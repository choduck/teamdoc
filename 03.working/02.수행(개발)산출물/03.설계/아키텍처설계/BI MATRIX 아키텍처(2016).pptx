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>
  <p:sldMasterIdLst>
    <p:sldMasterId id="2147483648" r:id="rId1"/>
  </p:sldMasterIdLst>
  <p:notesMasterIdLst>
    <p:notesMasterId r:id="rId6"/>
  </p:notesMasterIdLst>
  <p:sldIdLst>
    <p:sldId id="256" r:id="rId2"/>
    <p:sldId id="332" r:id="rId3"/>
    <p:sldId id="333" r:id="rId4"/>
    <p:sldId id="299" r:id="rId5"/>
  </p:sldIdLst>
  <p:sldSz cx="9144000" cy="6858000" type="screen4x3"/>
  <p:notesSz cx="6807200" cy="9939338"/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맑은 고딕" pitchFamily="50" charset="-127"/>
        <a:ea typeface="굴림" pitchFamily="50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맑은 고딕" pitchFamily="50" charset="-127"/>
        <a:ea typeface="굴림" pitchFamily="50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맑은 고딕" pitchFamily="50" charset="-127"/>
        <a:ea typeface="굴림" pitchFamily="50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맑은 고딕" pitchFamily="50" charset="-127"/>
        <a:ea typeface="굴림" pitchFamily="50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맑은 고딕" pitchFamily="50" charset="-127"/>
        <a:ea typeface="굴림" pitchFamily="50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맑은 고딕" pitchFamily="50" charset="-127"/>
        <a:ea typeface="굴림" pitchFamily="50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맑은 고딕" pitchFamily="50" charset="-127"/>
        <a:ea typeface="굴림" pitchFamily="50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맑은 고딕" pitchFamily="50" charset="-127"/>
        <a:ea typeface="굴림" pitchFamily="50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맑은 고딕" pitchFamily="50" charset="-127"/>
        <a:ea typeface="굴림" pitchFamily="50" charset="-127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91F24"/>
    <a:srgbClr val="FFFF00"/>
    <a:srgbClr val="C00000"/>
    <a:srgbClr val="A5A5A5"/>
    <a:srgbClr val="999999"/>
    <a:srgbClr val="333333"/>
    <a:srgbClr val="D00000"/>
    <a:srgbClr val="404040"/>
    <a:srgbClr val="FF33CC"/>
    <a:srgbClr val="FF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723" autoAdjust="0"/>
    <p:restoredTop sz="94620" autoAdjust="0"/>
  </p:normalViewPr>
  <p:slideViewPr>
    <p:cSldViewPr showGuides="1">
      <p:cViewPr varScale="1">
        <p:scale>
          <a:sx n="84" d="100"/>
          <a:sy n="84" d="100"/>
        </p:scale>
        <p:origin x="-1310" y="-67"/>
      </p:cViewPr>
      <p:guideLst>
        <p:guide orient="horz" pos="1525"/>
        <p:guide orient="horz" pos="4065"/>
        <p:guide pos="2880"/>
        <p:guide pos="340"/>
        <p:guide pos="542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 showGuides="1">
      <p:cViewPr varScale="1">
        <p:scale>
          <a:sx n="70" d="100"/>
          <a:sy n="70" d="100"/>
        </p:scale>
        <p:origin x="-3294" y="-102"/>
      </p:cViewPr>
      <p:guideLst>
        <p:guide orient="horz" pos="3131"/>
        <p:guide pos="2144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5838" y="0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 smtClean="0">
                <a:latin typeface="+mn-lt"/>
                <a:ea typeface="+mn-ea"/>
              </a:defRPr>
            </a:lvl1pPr>
          </a:lstStyle>
          <a:p>
            <a:pPr>
              <a:defRPr/>
            </a:pPr>
            <a:fld id="{AA75CD13-C57F-4FFF-AA98-0E0CC5492C40}" type="datetimeFigureOut">
              <a:rPr lang="ko-KR" altLang="en-US"/>
              <a:pPr>
                <a:defRPr/>
              </a:pPr>
              <a:t>2016-08-24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20750" y="746125"/>
            <a:ext cx="4965700" cy="37258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ko-KR" altLang="en-US" noProof="0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0720" y="4721186"/>
            <a:ext cx="5445760" cy="44727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noProof="0" smtClean="0"/>
              <a:t>마스터 텍스트 스타일을 편집합니다</a:t>
            </a:r>
          </a:p>
          <a:p>
            <a:pPr lvl="1"/>
            <a:r>
              <a:rPr lang="ko-KR" altLang="en-US" noProof="0" smtClean="0"/>
              <a:t>둘째 수준</a:t>
            </a:r>
          </a:p>
          <a:p>
            <a:pPr lvl="2"/>
            <a:r>
              <a:rPr lang="ko-KR" altLang="en-US" noProof="0" smtClean="0"/>
              <a:t>셋째 수준</a:t>
            </a:r>
          </a:p>
          <a:p>
            <a:pPr lvl="3"/>
            <a:r>
              <a:rPr lang="ko-KR" altLang="en-US" noProof="0" smtClean="0"/>
              <a:t>넷째 수준</a:t>
            </a:r>
          </a:p>
          <a:p>
            <a:pPr lvl="4"/>
            <a:r>
              <a:rPr lang="ko-KR" altLang="en-US" noProof="0" smtClean="0"/>
              <a:t>다섯째 수준</a:t>
            </a:r>
            <a:endParaRPr lang="ko-KR" altLang="en-US" noProof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40646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5838" y="9440646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 smtClean="0">
                <a:latin typeface="+mn-lt"/>
                <a:ea typeface="+mn-ea"/>
              </a:defRPr>
            </a:lvl1pPr>
          </a:lstStyle>
          <a:p>
            <a:pPr>
              <a:defRPr/>
            </a:pPr>
            <a:fld id="{1E3FDF4E-EB5E-4480-B567-542FC1326FFF}" type="slidenum">
              <a:rPr lang="ko-KR" altLang="en-US"/>
              <a:pPr>
                <a:defRPr/>
              </a:pPr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728086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 latinLnBrk="1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fontAlgn="base" latinLnBrk="1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fontAlgn="base" latinLnBrk="1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fontAlgn="base" latinLnBrk="1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fontAlgn="base" latinLnBrk="1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E3FDF4E-EB5E-4480-B567-542FC1326FFF}" type="slidenum">
              <a:rPr lang="ko-KR" altLang="en-US" smtClean="0"/>
              <a:pPr>
                <a:defRPr/>
              </a:pPr>
              <a:t>1</a:t>
            </a:fld>
            <a:endParaRPr lang="ko-KR" alt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1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22225"/>
            <a:ext cx="9180513" cy="6880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직사각형 6"/>
          <p:cNvSpPr/>
          <p:nvPr userDrawn="1"/>
        </p:nvSpPr>
        <p:spPr>
          <a:xfrm>
            <a:off x="0" y="2155825"/>
            <a:ext cx="9180513" cy="1943100"/>
          </a:xfrm>
          <a:prstGeom prst="rect">
            <a:avLst/>
          </a:prstGeom>
          <a:solidFill>
            <a:srgbClr val="404040">
              <a:alpha val="3882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dirty="0"/>
          </a:p>
        </p:txBody>
      </p:sp>
      <p:sp>
        <p:nvSpPr>
          <p:cNvPr id="9" name="TextBox 8"/>
          <p:cNvSpPr txBox="1"/>
          <p:nvPr userDrawn="1"/>
        </p:nvSpPr>
        <p:spPr>
          <a:xfrm>
            <a:off x="5580063" y="6484938"/>
            <a:ext cx="2307683" cy="20005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700" kern="0" spc="-3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ea typeface="+mn-ea"/>
                <a:cs typeface="Arial" pitchFamily="34" charset="0"/>
              </a:rPr>
              <a:t>Copyright (c) BI </a:t>
            </a:r>
            <a:r>
              <a:rPr kumimoji="0" lang="en-US" altLang="ko-KR" sz="700" kern="0" spc="-3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ea typeface="+mn-ea"/>
                <a:cs typeface="Arial" pitchFamily="34" charset="0"/>
              </a:rPr>
              <a:t>MATRIX Co., Ltd. </a:t>
            </a:r>
            <a:r>
              <a:rPr kumimoji="0" lang="en-US" altLang="ko-KR" sz="700" kern="0" spc="-3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ea typeface="+mn-ea"/>
                <a:cs typeface="Arial" pitchFamily="34" charset="0"/>
              </a:rPr>
              <a:t>2015. All rights reserved.</a:t>
            </a:r>
            <a:endParaRPr kumimoji="0" lang="ko-KR" altLang="en-US" sz="700" kern="0" spc="-30" dirty="0">
              <a:solidFill>
                <a:schemeClr val="tx1">
                  <a:lumMod val="75000"/>
                  <a:lumOff val="25000"/>
                </a:schemeClr>
              </a:solidFill>
              <a:latin typeface="Arial" pitchFamily="34" charset="0"/>
              <a:ea typeface="+mn-ea"/>
              <a:cs typeface="Arial" pitchFamily="34" charset="0"/>
            </a:endParaRPr>
          </a:p>
        </p:txBody>
      </p:sp>
      <p:pic>
        <p:nvPicPr>
          <p:cNvPr id="10" name="그림 1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85113" y="6373813"/>
            <a:ext cx="992187" cy="311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1" name="그룹 19"/>
          <p:cNvGrpSpPr>
            <a:grpSpLocks/>
          </p:cNvGrpSpPr>
          <p:nvPr userDrawn="1"/>
        </p:nvGrpSpPr>
        <p:grpSpPr bwMode="auto">
          <a:xfrm flipV="1">
            <a:off x="0" y="-11113"/>
            <a:ext cx="9144000" cy="180976"/>
            <a:chOff x="0" y="6688510"/>
            <a:chExt cx="9144000" cy="180000"/>
          </a:xfrm>
        </p:grpSpPr>
        <p:sp>
          <p:nvSpPr>
            <p:cNvPr id="12" name="직사각형 11"/>
            <p:cNvSpPr/>
            <p:nvPr/>
          </p:nvSpPr>
          <p:spPr bwMode="auto">
            <a:xfrm>
              <a:off x="0" y="6778510"/>
              <a:ext cx="9144000" cy="90000"/>
            </a:xfrm>
            <a:prstGeom prst="rect">
              <a:avLst/>
            </a:prstGeom>
            <a:solidFill>
              <a:srgbClr val="99999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ko-KR" altLang="en-US" dirty="0">
                <a:solidFill>
                  <a:prstClr val="white"/>
                </a:solidFill>
              </a:endParaRPr>
            </a:p>
          </p:txBody>
        </p:sp>
        <p:sp>
          <p:nvSpPr>
            <p:cNvPr id="13" name="직사각형 12"/>
            <p:cNvSpPr/>
            <p:nvPr/>
          </p:nvSpPr>
          <p:spPr bwMode="auto">
            <a:xfrm>
              <a:off x="8064500" y="6732720"/>
              <a:ext cx="1079500" cy="124737"/>
            </a:xfrm>
            <a:prstGeom prst="rect">
              <a:avLst/>
            </a:prstGeom>
            <a:solidFill>
              <a:srgbClr val="33333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ko-KR" altLang="en-US" dirty="0">
                <a:solidFill>
                  <a:prstClr val="white"/>
                </a:solidFill>
              </a:endParaRPr>
            </a:p>
          </p:txBody>
        </p:sp>
        <p:sp>
          <p:nvSpPr>
            <p:cNvPr id="14" name="평행 사변형 13"/>
            <p:cNvSpPr/>
            <p:nvPr/>
          </p:nvSpPr>
          <p:spPr bwMode="auto">
            <a:xfrm>
              <a:off x="5724525" y="6688510"/>
              <a:ext cx="2700338" cy="180000"/>
            </a:xfrm>
            <a:prstGeom prst="parallelogram">
              <a:avLst>
                <a:gd name="adj" fmla="val 86987"/>
              </a:avLst>
            </a:prstGeom>
            <a:solidFill>
              <a:srgbClr val="A91F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ko-KR" altLang="en-US" dirty="0">
                <a:solidFill>
                  <a:prstClr val="white"/>
                </a:solidFill>
              </a:endParaRPr>
            </a:p>
          </p:txBody>
        </p:sp>
      </p:grpSp>
      <p:pic>
        <p:nvPicPr>
          <p:cNvPr id="15" name="그림 2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4670"/>
          <a:stretch>
            <a:fillRect/>
          </a:stretch>
        </p:blipFill>
        <p:spPr bwMode="auto">
          <a:xfrm rot="21178380">
            <a:off x="7443788" y="2540000"/>
            <a:ext cx="1660525" cy="1336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제목 1"/>
          <p:cNvSpPr>
            <a:spLocks noGrp="1"/>
          </p:cNvSpPr>
          <p:nvPr>
            <p:ph type="ctrTitle" hasCustomPrompt="1"/>
          </p:nvPr>
        </p:nvSpPr>
        <p:spPr>
          <a:xfrm>
            <a:off x="1269906" y="2155825"/>
            <a:ext cx="6617518" cy="887745"/>
          </a:xfrm>
        </p:spPr>
        <p:txBody>
          <a:bodyPr anchor="ctr" anchorCtr="0"/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000" b="0" spc="-100" baseline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Y견고딕" panose="02030600000101010101" pitchFamily="18" charset="-127"/>
                <a:ea typeface="HY견고딕" panose="02030600000101010101" pitchFamily="18" charset="-127"/>
              </a:defRPr>
            </a:lvl1pPr>
          </a:lstStyle>
          <a:p>
            <a:r>
              <a:rPr lang="ko-KR" altLang="en-US" dirty="0" smtClean="0"/>
              <a:t>마스터 제목 스타일편집</a:t>
            </a:r>
            <a:endParaRPr lang="ko-KR" altLang="en-US" dirty="0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3152388" y="3127375"/>
            <a:ext cx="2880320" cy="517649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Autofit/>
          </a:bodyPr>
          <a:lstStyle>
            <a:lvl1pPr marL="0" indent="0" algn="ctr" defTabSz="914400" rtl="0" eaLnBrk="1" latinLnBrk="1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lang="ko-KR" altLang="en-US" sz="1700" b="0" kern="1200" spc="-100" baseline="0" smtClean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dirty="0" smtClean="0"/>
              <a:t>마스터 부제목 스타일 편집</a:t>
            </a:r>
            <a:endParaRPr lang="ko-KR" altLang="en-US" dirty="0"/>
          </a:p>
        </p:txBody>
      </p:sp>
      <p:sp>
        <p:nvSpPr>
          <p:cNvPr id="24" name="텍스트 개체 틀 28"/>
          <p:cNvSpPr>
            <a:spLocks noGrp="1"/>
          </p:cNvSpPr>
          <p:nvPr>
            <p:ph type="body" sz="quarter" idx="15"/>
          </p:nvPr>
        </p:nvSpPr>
        <p:spPr>
          <a:xfrm>
            <a:off x="395536" y="5229597"/>
            <a:ext cx="2735784" cy="503659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marL="0" indent="0">
              <a:buNone/>
              <a:defRPr sz="1100" baseline="0">
                <a:solidFill>
                  <a:schemeClr val="tx1">
                    <a:lumMod val="65000"/>
                    <a:lumOff val="35000"/>
                  </a:schemeClr>
                </a:solidFill>
                <a:latin typeface="MyriadRegular" pitchFamily="2" charset="0"/>
                <a:ea typeface="맑은 고딕" pitchFamily="50" charset="-127"/>
              </a:defRPr>
            </a:lvl1pPr>
            <a:lvl2pPr>
              <a:buNone/>
              <a:defRPr sz="1200" baseline="0">
                <a:solidFill>
                  <a:schemeClr val="bg1"/>
                </a:solidFill>
                <a:latin typeface="MyriadRegular" pitchFamily="2" charset="0"/>
                <a:ea typeface="맑은 고딕" pitchFamily="50" charset="-127"/>
              </a:defRPr>
            </a:lvl2pPr>
            <a:lvl3pPr>
              <a:buNone/>
              <a:defRPr sz="1200" baseline="0">
                <a:solidFill>
                  <a:schemeClr val="bg1"/>
                </a:solidFill>
                <a:latin typeface="MyriadRegular" pitchFamily="2" charset="0"/>
                <a:ea typeface="맑은 고딕" pitchFamily="50" charset="-127"/>
              </a:defRPr>
            </a:lvl3pPr>
            <a:lvl4pPr>
              <a:buNone/>
              <a:defRPr sz="1200" baseline="0">
                <a:solidFill>
                  <a:schemeClr val="bg1"/>
                </a:solidFill>
                <a:latin typeface="MyriadRegular" pitchFamily="2" charset="0"/>
                <a:ea typeface="맑은 고딕" pitchFamily="50" charset="-127"/>
              </a:defRPr>
            </a:lvl4pPr>
            <a:lvl5pPr>
              <a:buNone/>
              <a:defRPr sz="1200" baseline="0">
                <a:solidFill>
                  <a:schemeClr val="bg1"/>
                </a:solidFill>
                <a:latin typeface="MyriadRegular" pitchFamily="2" charset="0"/>
                <a:ea typeface="맑은 고딕" pitchFamily="50" charset="-127"/>
              </a:defRPr>
            </a:lvl5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</p:txBody>
      </p:sp>
      <p:sp>
        <p:nvSpPr>
          <p:cNvPr id="25" name="텍스트 개체 틀 30"/>
          <p:cNvSpPr>
            <a:spLocks noGrp="1"/>
          </p:cNvSpPr>
          <p:nvPr>
            <p:ph type="body" sz="quarter" idx="16"/>
          </p:nvPr>
        </p:nvSpPr>
        <p:spPr>
          <a:xfrm>
            <a:off x="395536" y="5733256"/>
            <a:ext cx="2736304" cy="288776"/>
          </a:xfrm>
          <a:prstGeom prst="rect">
            <a:avLst/>
          </a:prstGeom>
        </p:spPr>
        <p:txBody>
          <a:bodyPr>
            <a:noAutofit/>
          </a:bodyPr>
          <a:lstStyle>
            <a:lvl1pPr>
              <a:buNone/>
              <a:defRPr sz="1300" b="1" baseline="0">
                <a:solidFill>
                  <a:schemeClr val="tx1">
                    <a:lumMod val="65000"/>
                    <a:lumOff val="35000"/>
                  </a:schemeClr>
                </a:solidFill>
                <a:latin typeface="MyriadBold" pitchFamily="2" charset="0"/>
                <a:ea typeface="맑은 고딕" pitchFamily="50" charset="-127"/>
              </a:defRPr>
            </a:lvl1pPr>
            <a:lvl2pPr>
              <a:buNone/>
              <a:defRPr sz="1400" baseline="0">
                <a:solidFill>
                  <a:schemeClr val="bg1"/>
                </a:solidFill>
                <a:latin typeface="MyriadBold" pitchFamily="2" charset="0"/>
                <a:ea typeface="맑은 고딕" pitchFamily="50" charset="-127"/>
              </a:defRPr>
            </a:lvl2pPr>
            <a:lvl3pPr>
              <a:buNone/>
              <a:defRPr sz="1400" baseline="0">
                <a:solidFill>
                  <a:schemeClr val="bg1"/>
                </a:solidFill>
                <a:latin typeface="MyriadBold" pitchFamily="2" charset="0"/>
                <a:ea typeface="맑은 고딕" pitchFamily="50" charset="-127"/>
              </a:defRPr>
            </a:lvl3pPr>
            <a:lvl4pPr>
              <a:buNone/>
              <a:defRPr sz="1400" baseline="0">
                <a:solidFill>
                  <a:schemeClr val="bg1"/>
                </a:solidFill>
                <a:latin typeface="MyriadBold" pitchFamily="2" charset="0"/>
                <a:ea typeface="맑은 고딕" pitchFamily="50" charset="-127"/>
              </a:defRPr>
            </a:lvl4pPr>
            <a:lvl5pPr>
              <a:buNone/>
              <a:defRPr sz="1400" baseline="0">
                <a:solidFill>
                  <a:schemeClr val="bg1"/>
                </a:solidFill>
                <a:latin typeface="MyriadBold" pitchFamily="2" charset="0"/>
                <a:ea typeface="맑은 고딕" pitchFamily="50" charset="-127"/>
              </a:defRPr>
            </a:lvl5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397231687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1"/>
          <p:cNvSpPr txBox="1">
            <a:spLocks noChangeArrowheads="1"/>
          </p:cNvSpPr>
          <p:nvPr userDrawn="1"/>
        </p:nvSpPr>
        <p:spPr bwMode="auto">
          <a:xfrm>
            <a:off x="417513" y="382588"/>
            <a:ext cx="671512" cy="385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r>
              <a:rPr kumimoji="0" lang="ko-KR" altLang="en-US" sz="1900" b="1" dirty="0">
                <a:solidFill>
                  <a:srgbClr val="A91F24"/>
                </a:solidFill>
              </a:rPr>
              <a:t>목차</a:t>
            </a:r>
          </a:p>
        </p:txBody>
      </p:sp>
      <p:sp>
        <p:nvSpPr>
          <p:cNvPr id="8" name="텍스트 개체 틀 7"/>
          <p:cNvSpPr>
            <a:spLocks noGrp="1"/>
          </p:cNvSpPr>
          <p:nvPr>
            <p:ph type="body" sz="quarter" idx="13"/>
          </p:nvPr>
        </p:nvSpPr>
        <p:spPr>
          <a:xfrm>
            <a:off x="7123959" y="477218"/>
            <a:ext cx="1768521" cy="28748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0" indent="0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0" indent="0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0" indent="0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0" indent="0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11" name="텍스트 개체 틀 7"/>
          <p:cNvSpPr>
            <a:spLocks noGrp="1"/>
          </p:cNvSpPr>
          <p:nvPr>
            <p:ph type="body" sz="quarter" idx="14"/>
          </p:nvPr>
        </p:nvSpPr>
        <p:spPr>
          <a:xfrm>
            <a:off x="468314" y="1413570"/>
            <a:ext cx="4032448" cy="1583382"/>
          </a:xfrm>
          <a:prstGeom prst="rect">
            <a:avLst/>
          </a:prstGeom>
        </p:spPr>
        <p:txBody>
          <a:bodyPr/>
          <a:lstStyle>
            <a:lvl1pPr>
              <a:buNone/>
              <a:defRPr sz="1600" b="1" baseline="0">
                <a:latin typeface="MyriadSemiBold" pitchFamily="2" charset="0"/>
                <a:ea typeface="맑은 고딕" pitchFamily="50" charset="-127"/>
              </a:defRPr>
            </a:lvl1pPr>
            <a:lvl2pPr>
              <a:buNone/>
              <a:defRPr sz="1600" b="1" baseline="0">
                <a:latin typeface="MyriadSemiBold" pitchFamily="2" charset="0"/>
                <a:ea typeface="맑은 고딕" pitchFamily="50" charset="-127"/>
              </a:defRPr>
            </a:lvl2pPr>
            <a:lvl3pPr>
              <a:buNone/>
              <a:defRPr sz="1600" b="1" baseline="0">
                <a:latin typeface="MyriadSemiBold" pitchFamily="2" charset="0"/>
                <a:ea typeface="맑은 고딕" pitchFamily="50" charset="-127"/>
              </a:defRPr>
            </a:lvl3pPr>
            <a:lvl4pPr>
              <a:buNone/>
              <a:defRPr sz="1600" b="1" baseline="0">
                <a:latin typeface="MyriadSemiBold" pitchFamily="2" charset="0"/>
                <a:ea typeface="맑은 고딕" pitchFamily="50" charset="-127"/>
              </a:defRPr>
            </a:lvl4pPr>
            <a:lvl5pPr>
              <a:buNone/>
              <a:defRPr sz="1600" b="1" baseline="0">
                <a:latin typeface="MyriadSemiBold" pitchFamily="2" charset="0"/>
                <a:ea typeface="맑은 고딕" pitchFamily="50" charset="-127"/>
              </a:defRPr>
            </a:lvl5pPr>
          </a:lstStyle>
          <a:p>
            <a:pPr lvl="0"/>
            <a:r>
              <a:rPr lang="ko-KR" altLang="en-US" dirty="0" smtClean="0"/>
              <a:t>마스터 텍스트 스타일을 편집합니다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  <a:p>
            <a:pPr lvl="3"/>
            <a:r>
              <a:rPr lang="ko-KR" altLang="en-US" dirty="0" smtClean="0"/>
              <a:t>넷째 수준</a:t>
            </a:r>
          </a:p>
          <a:p>
            <a:pPr lvl="4"/>
            <a:r>
              <a:rPr lang="ko-KR" altLang="en-US" dirty="0" smtClean="0"/>
              <a:t>다섯째 수준</a:t>
            </a:r>
            <a:endParaRPr lang="ko-KR" altLang="en-US" dirty="0"/>
          </a:p>
        </p:txBody>
      </p:sp>
      <p:sp>
        <p:nvSpPr>
          <p:cNvPr id="12" name="텍스트 개체 틀 7"/>
          <p:cNvSpPr>
            <a:spLocks noGrp="1"/>
          </p:cNvSpPr>
          <p:nvPr>
            <p:ph type="body" sz="quarter" idx="15"/>
          </p:nvPr>
        </p:nvSpPr>
        <p:spPr>
          <a:xfrm>
            <a:off x="4644009" y="1413570"/>
            <a:ext cx="4032448" cy="1583382"/>
          </a:xfrm>
          <a:prstGeom prst="rect">
            <a:avLst/>
          </a:prstGeom>
        </p:spPr>
        <p:txBody>
          <a:bodyPr/>
          <a:lstStyle>
            <a:lvl1pPr marL="182563" indent="-182563">
              <a:buFont typeface="+mj-lt"/>
              <a:buAutoNum type="arabicPeriod"/>
              <a:defRPr sz="1200" b="1" baseline="0">
                <a:latin typeface="MyriadSemiBold" pitchFamily="2" charset="0"/>
                <a:ea typeface="맑은 고딕" pitchFamily="50" charset="-127"/>
              </a:defRPr>
            </a:lvl1pPr>
            <a:lvl2pPr marL="800100" indent="-342900">
              <a:buFont typeface="+mj-lt"/>
              <a:buAutoNum type="arabicPeriod"/>
              <a:defRPr sz="1200" b="1" baseline="0">
                <a:latin typeface="MyriadSemiBold" pitchFamily="2" charset="0"/>
                <a:ea typeface="맑은 고딕" pitchFamily="50" charset="-127"/>
              </a:defRPr>
            </a:lvl2pPr>
            <a:lvl3pPr marL="1257300" indent="-342900">
              <a:buFont typeface="+mj-lt"/>
              <a:buAutoNum type="arabicPeriod"/>
              <a:defRPr sz="1200" b="1" baseline="0">
                <a:latin typeface="MyriadSemiBold" pitchFamily="2" charset="0"/>
                <a:ea typeface="맑은 고딕" pitchFamily="50" charset="-127"/>
              </a:defRPr>
            </a:lvl3pPr>
            <a:lvl4pPr marL="1714500" indent="-342900">
              <a:buFont typeface="+mj-lt"/>
              <a:buAutoNum type="arabicPeriod"/>
              <a:defRPr sz="1200" b="1" baseline="0">
                <a:latin typeface="MyriadSemiBold" pitchFamily="2" charset="0"/>
                <a:ea typeface="맑은 고딕" pitchFamily="50" charset="-127"/>
              </a:defRPr>
            </a:lvl4pPr>
            <a:lvl5pPr marL="2171700" indent="-342900">
              <a:buFont typeface="+mj-lt"/>
              <a:buAutoNum type="arabicPeriod"/>
              <a:defRPr sz="1200" b="1" baseline="0">
                <a:latin typeface="MyriadSemiBold" pitchFamily="2" charset="0"/>
                <a:ea typeface="맑은 고딕" pitchFamily="50" charset="-127"/>
              </a:defRPr>
            </a:lvl5pPr>
          </a:lstStyle>
          <a:p>
            <a:pPr lvl="0"/>
            <a:r>
              <a:rPr lang="ko-KR" altLang="en-US" dirty="0" smtClean="0"/>
              <a:t>마스터 텍스트 스타일을 편집합니다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  <a:p>
            <a:pPr lvl="3"/>
            <a:r>
              <a:rPr lang="ko-KR" altLang="en-US" dirty="0" smtClean="0"/>
              <a:t>넷째 수준</a:t>
            </a:r>
          </a:p>
          <a:p>
            <a:pPr lvl="4"/>
            <a:r>
              <a:rPr lang="ko-KR" altLang="en-US" dirty="0" smtClean="0"/>
              <a:t>다섯째 수준</a:t>
            </a:r>
            <a:endParaRPr lang="ko-KR" altLang="en-US" dirty="0"/>
          </a:p>
        </p:txBody>
      </p:sp>
      <p:sp>
        <p:nvSpPr>
          <p:cNvPr id="14" name="텍스트 개체 틀 7"/>
          <p:cNvSpPr>
            <a:spLocks noGrp="1"/>
          </p:cNvSpPr>
          <p:nvPr>
            <p:ph type="body" sz="quarter" idx="16"/>
          </p:nvPr>
        </p:nvSpPr>
        <p:spPr>
          <a:xfrm>
            <a:off x="468314" y="3140968"/>
            <a:ext cx="4032448" cy="1583382"/>
          </a:xfrm>
          <a:prstGeom prst="rect">
            <a:avLst/>
          </a:prstGeom>
        </p:spPr>
        <p:txBody>
          <a:bodyPr/>
          <a:lstStyle>
            <a:lvl1pPr>
              <a:buNone/>
              <a:defRPr sz="1600" b="1" baseline="0">
                <a:latin typeface="MyriadSemiBold" pitchFamily="2" charset="0"/>
                <a:ea typeface="맑은 고딕" pitchFamily="50" charset="-127"/>
              </a:defRPr>
            </a:lvl1pPr>
            <a:lvl2pPr>
              <a:buNone/>
              <a:defRPr sz="1600" b="1" baseline="0">
                <a:latin typeface="MyriadSemiBold" pitchFamily="2" charset="0"/>
                <a:ea typeface="맑은 고딕" pitchFamily="50" charset="-127"/>
              </a:defRPr>
            </a:lvl2pPr>
            <a:lvl3pPr>
              <a:buNone/>
              <a:defRPr sz="1600" b="1" baseline="0">
                <a:latin typeface="MyriadSemiBold" pitchFamily="2" charset="0"/>
                <a:ea typeface="맑은 고딕" pitchFamily="50" charset="-127"/>
              </a:defRPr>
            </a:lvl3pPr>
            <a:lvl4pPr>
              <a:buNone/>
              <a:defRPr sz="1600" b="1" baseline="0">
                <a:latin typeface="MyriadSemiBold" pitchFamily="2" charset="0"/>
                <a:ea typeface="맑은 고딕" pitchFamily="50" charset="-127"/>
              </a:defRPr>
            </a:lvl4pPr>
            <a:lvl5pPr>
              <a:buNone/>
              <a:defRPr sz="1600" b="1" baseline="0">
                <a:latin typeface="MyriadSemiBold" pitchFamily="2" charset="0"/>
                <a:ea typeface="맑은 고딕" pitchFamily="50" charset="-127"/>
              </a:defRPr>
            </a:lvl5pPr>
          </a:lstStyle>
          <a:p>
            <a:pPr lvl="0"/>
            <a:r>
              <a:rPr lang="ko-KR" altLang="en-US" dirty="0" smtClean="0"/>
              <a:t>마스터 텍스트 스타일을 편집합니다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  <a:p>
            <a:pPr lvl="3"/>
            <a:r>
              <a:rPr lang="ko-KR" altLang="en-US" dirty="0" smtClean="0"/>
              <a:t>넷째 수준</a:t>
            </a:r>
          </a:p>
          <a:p>
            <a:pPr lvl="4"/>
            <a:r>
              <a:rPr lang="ko-KR" altLang="en-US" dirty="0" smtClean="0"/>
              <a:t>다섯째 수준</a:t>
            </a:r>
            <a:endParaRPr lang="ko-KR" altLang="en-US" dirty="0"/>
          </a:p>
        </p:txBody>
      </p:sp>
      <p:sp>
        <p:nvSpPr>
          <p:cNvPr id="15" name="텍스트 개체 틀 7"/>
          <p:cNvSpPr>
            <a:spLocks noGrp="1"/>
          </p:cNvSpPr>
          <p:nvPr>
            <p:ph type="body" sz="quarter" idx="17"/>
          </p:nvPr>
        </p:nvSpPr>
        <p:spPr>
          <a:xfrm>
            <a:off x="4644009" y="3140968"/>
            <a:ext cx="4032448" cy="1583382"/>
          </a:xfrm>
          <a:prstGeom prst="rect">
            <a:avLst/>
          </a:prstGeom>
        </p:spPr>
        <p:txBody>
          <a:bodyPr/>
          <a:lstStyle>
            <a:lvl1pPr marL="182563" indent="-182563">
              <a:buFont typeface="+mj-lt"/>
              <a:buAutoNum type="arabicPeriod"/>
              <a:defRPr sz="1200" b="1" baseline="0">
                <a:latin typeface="MyriadSemiBold" pitchFamily="2" charset="0"/>
                <a:ea typeface="맑은 고딕" pitchFamily="50" charset="-127"/>
              </a:defRPr>
            </a:lvl1pPr>
            <a:lvl2pPr marL="800100" indent="-342900">
              <a:buFont typeface="+mj-lt"/>
              <a:buAutoNum type="arabicPeriod"/>
              <a:defRPr sz="1200" b="1" baseline="0">
                <a:latin typeface="MyriadSemiBold" pitchFamily="2" charset="0"/>
                <a:ea typeface="맑은 고딕" pitchFamily="50" charset="-127"/>
              </a:defRPr>
            </a:lvl2pPr>
            <a:lvl3pPr marL="1257300" indent="-342900">
              <a:buFont typeface="+mj-lt"/>
              <a:buAutoNum type="arabicPeriod"/>
              <a:defRPr sz="1200" b="1" baseline="0">
                <a:latin typeface="MyriadSemiBold" pitchFamily="2" charset="0"/>
                <a:ea typeface="맑은 고딕" pitchFamily="50" charset="-127"/>
              </a:defRPr>
            </a:lvl3pPr>
            <a:lvl4pPr marL="1714500" indent="-342900">
              <a:buFont typeface="+mj-lt"/>
              <a:buAutoNum type="arabicPeriod"/>
              <a:defRPr sz="1200" b="1" baseline="0">
                <a:latin typeface="MyriadSemiBold" pitchFamily="2" charset="0"/>
                <a:ea typeface="맑은 고딕" pitchFamily="50" charset="-127"/>
              </a:defRPr>
            </a:lvl4pPr>
            <a:lvl5pPr marL="2171700" indent="-342900">
              <a:buFont typeface="+mj-lt"/>
              <a:buAutoNum type="arabicPeriod"/>
              <a:defRPr sz="1200" b="1" baseline="0">
                <a:latin typeface="MyriadSemiBold" pitchFamily="2" charset="0"/>
                <a:ea typeface="맑은 고딕" pitchFamily="50" charset="-127"/>
              </a:defRPr>
            </a:lvl5pPr>
          </a:lstStyle>
          <a:p>
            <a:pPr lvl="0"/>
            <a:r>
              <a:rPr lang="ko-KR" altLang="en-US" dirty="0" smtClean="0"/>
              <a:t>마스터 텍스트 스타일을 편집합니다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  <a:p>
            <a:pPr lvl="3"/>
            <a:r>
              <a:rPr lang="ko-KR" altLang="en-US" dirty="0" smtClean="0"/>
              <a:t>넷째 수준</a:t>
            </a:r>
          </a:p>
          <a:p>
            <a:pPr lvl="4"/>
            <a:r>
              <a:rPr lang="ko-KR" altLang="en-US" dirty="0" smtClean="0"/>
              <a:t>다섯째 수준</a:t>
            </a:r>
            <a:endParaRPr lang="ko-KR" altLang="en-US" dirty="0"/>
          </a:p>
        </p:txBody>
      </p:sp>
      <p:sp>
        <p:nvSpPr>
          <p:cNvPr id="9" name="슬라이드 번호 개체 틀 5"/>
          <p:cNvSpPr>
            <a:spLocks noGrp="1"/>
          </p:cNvSpPr>
          <p:nvPr>
            <p:ph type="sldNum" sz="quarter" idx="18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5F28730-FC07-497C-9F07-181D12F0E1E7}" type="slidenum">
              <a:rPr lang="ko-KR" altLang="en-US"/>
              <a:pPr>
                <a:defRPr/>
              </a:pPr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9093508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1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22225"/>
            <a:ext cx="9180513" cy="6880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직사각형 6"/>
          <p:cNvSpPr/>
          <p:nvPr userDrawn="1"/>
        </p:nvSpPr>
        <p:spPr>
          <a:xfrm>
            <a:off x="4284663" y="2205038"/>
            <a:ext cx="4859337" cy="936625"/>
          </a:xfrm>
          <a:prstGeom prst="rect">
            <a:avLst/>
          </a:prstGeom>
          <a:solidFill>
            <a:srgbClr val="404040">
              <a:alpha val="3882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dirty="0"/>
          </a:p>
        </p:txBody>
      </p:sp>
      <p:pic>
        <p:nvPicPr>
          <p:cNvPr id="8" name="그림 4" descr="그림자.png"/>
          <p:cNvPicPr>
            <a:picLocks noChangeAspect="1"/>
          </p:cNvPicPr>
          <p:nvPr userDrawn="1"/>
        </p:nvPicPr>
        <p:blipFill>
          <a:blip r:embed="rId3" cstate="print">
            <a:lum bright="-10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84663" y="1879600"/>
            <a:ext cx="155575" cy="1620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그림 2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4670"/>
          <a:stretch>
            <a:fillRect/>
          </a:stretch>
        </p:blipFill>
        <p:spPr bwMode="auto">
          <a:xfrm rot="21178380">
            <a:off x="3109913" y="2263775"/>
            <a:ext cx="1038225" cy="835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제목 1"/>
          <p:cNvSpPr>
            <a:spLocks noGrp="1"/>
          </p:cNvSpPr>
          <p:nvPr>
            <p:ph type="title"/>
          </p:nvPr>
        </p:nvSpPr>
        <p:spPr>
          <a:xfrm>
            <a:off x="4427984" y="3579093"/>
            <a:ext cx="4104455" cy="2658219"/>
          </a:xfrm>
        </p:spPr>
        <p:txBody>
          <a:bodyPr anchor="t">
            <a:normAutofit/>
          </a:bodyPr>
          <a:lstStyle>
            <a:lvl1pPr algn="l">
              <a:defRPr sz="3400" b="1" cap="all" baseline="0">
                <a:solidFill>
                  <a:schemeClr val="tx1">
                    <a:lumMod val="50000"/>
                    <a:lumOff val="50000"/>
                  </a:schemeClr>
                </a:solidFill>
                <a:latin typeface="MyriadRegular" pitchFamily="2" charset="0"/>
                <a:ea typeface="맑은 고딕" pitchFamily="50" charset="-127"/>
              </a:defRPr>
            </a:lvl1pPr>
          </a:lstStyle>
          <a:p>
            <a:r>
              <a:rPr lang="ko-KR" altLang="en-US" dirty="0" smtClean="0"/>
              <a:t>마스터 제목 스타일 편집</a:t>
            </a:r>
            <a:endParaRPr lang="ko-KR" altLang="en-US" dirty="0"/>
          </a:p>
        </p:txBody>
      </p:sp>
      <p:sp>
        <p:nvSpPr>
          <p:cNvPr id="6" name="텍스트 개체 틀 2"/>
          <p:cNvSpPr>
            <a:spLocks noGrp="1"/>
          </p:cNvSpPr>
          <p:nvPr>
            <p:ph type="body" idx="1"/>
          </p:nvPr>
        </p:nvSpPr>
        <p:spPr>
          <a:xfrm>
            <a:off x="4427984" y="1628800"/>
            <a:ext cx="3744416" cy="1500187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buNone/>
              <a:defRPr sz="5400" b="1"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92198801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내용 (소제목, 리드문단 없음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4" name="슬라이드 번호 개체 틀 5"/>
          <p:cNvSpPr>
            <a:spLocks noGrp="1"/>
          </p:cNvSpPr>
          <p:nvPr>
            <p:ph type="sldNum" sz="quarter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450B679-F6A0-474B-9670-DF8E620F557E}" type="slidenum">
              <a:rPr lang="ko-KR" altLang="en-US"/>
              <a:pPr>
                <a:defRPr/>
              </a:pPr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9825211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내용 (소제목 없음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8" name="텍스트 개체 틀 7"/>
          <p:cNvSpPr>
            <a:spLocks noGrp="1"/>
          </p:cNvSpPr>
          <p:nvPr>
            <p:ph type="body" sz="quarter" idx="13"/>
          </p:nvPr>
        </p:nvSpPr>
        <p:spPr>
          <a:xfrm>
            <a:off x="7123959" y="477218"/>
            <a:ext cx="1768521" cy="28748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0" indent="0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0" indent="0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0" indent="0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0" indent="0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7" name="텍스트 개체 틀 6"/>
          <p:cNvSpPr>
            <a:spLocks noGrp="1"/>
          </p:cNvSpPr>
          <p:nvPr>
            <p:ph type="body" sz="quarter" idx="14"/>
          </p:nvPr>
        </p:nvSpPr>
        <p:spPr>
          <a:xfrm>
            <a:off x="395288" y="980579"/>
            <a:ext cx="8353425" cy="1008261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20000"/>
              </a:lnSpc>
              <a:buNone/>
              <a:defRPr sz="1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0" indent="0">
              <a:buNone/>
              <a:defRPr sz="16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 marL="0" indent="0">
              <a:buNone/>
              <a:defRPr sz="16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 marL="0" indent="0">
              <a:buNone/>
              <a:defRPr sz="16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 marL="0" indent="0">
              <a:buNone/>
              <a:defRPr sz="16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슬라이드 번호 개체 틀 5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ACD0D78-8A82-4C05-B7A4-976D97C186C3}" type="slidenum">
              <a:rPr lang="ko-KR" altLang="en-US"/>
              <a:pPr>
                <a:defRPr/>
              </a:pPr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6244928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8" name="텍스트 개체 틀 7"/>
          <p:cNvSpPr>
            <a:spLocks noGrp="1"/>
          </p:cNvSpPr>
          <p:nvPr>
            <p:ph type="body" sz="quarter" idx="13"/>
          </p:nvPr>
        </p:nvSpPr>
        <p:spPr>
          <a:xfrm>
            <a:off x="7123959" y="477218"/>
            <a:ext cx="1768521" cy="28748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0" indent="0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0" indent="0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0" indent="0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0" indent="0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9" name="텍스트 개체 틀 6"/>
          <p:cNvSpPr>
            <a:spLocks noGrp="1"/>
          </p:cNvSpPr>
          <p:nvPr>
            <p:ph type="body" sz="quarter" idx="14"/>
          </p:nvPr>
        </p:nvSpPr>
        <p:spPr>
          <a:xfrm>
            <a:off x="395288" y="980579"/>
            <a:ext cx="8353425" cy="4321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1">
                <a:solidFill>
                  <a:schemeClr val="tx1"/>
                </a:solidFill>
              </a:defRPr>
            </a:lvl1pPr>
            <a:lvl2pPr marL="0" indent="0">
              <a:buNone/>
              <a:defRPr sz="16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 marL="0" indent="0">
              <a:buNone/>
              <a:defRPr sz="16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 marL="0" indent="0">
              <a:buNone/>
              <a:defRPr sz="16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 marL="0" indent="0">
              <a:buNone/>
              <a:defRPr sz="16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rPr lang="ko-KR" altLang="en-US" dirty="0" smtClean="0"/>
              <a:t>마스터 텍스트 스타일을 편집합니다</a:t>
            </a:r>
          </a:p>
        </p:txBody>
      </p:sp>
      <p:sp>
        <p:nvSpPr>
          <p:cNvPr id="10" name="텍스트 개체 틀 6"/>
          <p:cNvSpPr>
            <a:spLocks noGrp="1"/>
          </p:cNvSpPr>
          <p:nvPr>
            <p:ph type="body" sz="quarter" idx="15"/>
          </p:nvPr>
        </p:nvSpPr>
        <p:spPr>
          <a:xfrm>
            <a:off x="395288" y="1484635"/>
            <a:ext cx="8353425" cy="1008261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20000"/>
              </a:lnSpc>
              <a:buNone/>
              <a:defRPr sz="1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0" indent="0">
              <a:buNone/>
              <a:defRPr sz="16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 marL="0" indent="0">
              <a:buNone/>
              <a:defRPr sz="16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 marL="0" indent="0">
              <a:buNone/>
              <a:defRPr sz="16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 marL="0" indent="0">
              <a:buNone/>
              <a:defRPr sz="16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rPr lang="ko-KR" altLang="en-US" dirty="0" smtClean="0"/>
              <a:t>마스터 텍스트 스타일을 편집합니다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2B0B6E9-2F4E-4B92-AED4-60A4F5065DB1}" type="slidenum">
              <a:rPr lang="ko-KR" altLang="en-US"/>
              <a:pPr>
                <a:defRPr/>
              </a:pPr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83373463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22225"/>
            <a:ext cx="9137650" cy="6880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Box 13"/>
          <p:cNvSpPr txBox="1">
            <a:spLocks noChangeArrowheads="1"/>
          </p:cNvSpPr>
          <p:nvPr userDrawn="1"/>
        </p:nvSpPr>
        <p:spPr bwMode="auto">
          <a:xfrm>
            <a:off x="3248562" y="2636838"/>
            <a:ext cx="2646878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algn="ctr"/>
            <a:r>
              <a:rPr kumimoji="0" lang="ko-KR" altLang="en-US" sz="4800" b="1" dirty="0" smtClean="0">
                <a:solidFill>
                  <a:srgbClr val="7F7F7F"/>
                </a:solidFill>
                <a:latin typeface="MyriadRegular"/>
              </a:rPr>
              <a:t>데모시연</a:t>
            </a:r>
            <a:endParaRPr kumimoji="0" lang="ko-KR" altLang="en-US" sz="4800" b="1" dirty="0">
              <a:solidFill>
                <a:srgbClr val="7F7F7F"/>
              </a:solidFill>
              <a:latin typeface="MyriadRegular"/>
            </a:endParaRPr>
          </a:p>
        </p:txBody>
      </p:sp>
      <p:sp>
        <p:nvSpPr>
          <p:cNvPr id="4" name="TextBox 16"/>
          <p:cNvSpPr txBox="1">
            <a:spLocks noChangeArrowheads="1"/>
          </p:cNvSpPr>
          <p:nvPr userDrawn="1"/>
        </p:nvSpPr>
        <p:spPr bwMode="auto">
          <a:xfrm>
            <a:off x="4494213" y="3460750"/>
            <a:ext cx="2420937" cy="323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r>
              <a:rPr kumimoji="0" lang="ko-KR" altLang="en-US" sz="1500" dirty="0">
                <a:solidFill>
                  <a:schemeClr val="bg1"/>
                </a:solidFill>
                <a:latin typeface="MyriadRegular"/>
              </a:rPr>
              <a:t>세상에서 가장 안전한 이름</a:t>
            </a:r>
          </a:p>
        </p:txBody>
      </p:sp>
      <p:pic>
        <p:nvPicPr>
          <p:cNvPr id="5" name="Picture 4" descr="C:\Documents and Settings\changhee\바탕 화면\PPT템플릿소스\PPT템플릿소스\AhnLab_CI_흰색.png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3884613"/>
            <a:ext cx="1512888" cy="265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6" name="그룹 18"/>
          <p:cNvGrpSpPr>
            <a:grpSpLocks/>
          </p:cNvGrpSpPr>
          <p:nvPr userDrawn="1"/>
        </p:nvGrpSpPr>
        <p:grpSpPr bwMode="auto">
          <a:xfrm>
            <a:off x="0" y="6611938"/>
            <a:ext cx="9144000" cy="246062"/>
            <a:chOff x="0" y="6624505"/>
            <a:chExt cx="9144000" cy="244006"/>
          </a:xfrm>
        </p:grpSpPr>
        <p:sp>
          <p:nvSpPr>
            <p:cNvPr id="7" name="직사각형 6"/>
            <p:cNvSpPr/>
            <p:nvPr/>
          </p:nvSpPr>
          <p:spPr bwMode="auto">
            <a:xfrm>
              <a:off x="0" y="6733127"/>
              <a:ext cx="9144000" cy="135384"/>
            </a:xfrm>
            <a:prstGeom prst="rect">
              <a:avLst/>
            </a:prstGeom>
            <a:solidFill>
              <a:srgbClr val="99999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ko-KR" altLang="en-US" dirty="0">
                <a:solidFill>
                  <a:prstClr val="white"/>
                </a:solidFill>
              </a:endParaRPr>
            </a:p>
          </p:txBody>
        </p:sp>
        <p:sp>
          <p:nvSpPr>
            <p:cNvPr id="8" name="직사각형 7"/>
            <p:cNvSpPr/>
            <p:nvPr/>
          </p:nvSpPr>
          <p:spPr bwMode="auto">
            <a:xfrm>
              <a:off x="8064500" y="6733127"/>
              <a:ext cx="1079500" cy="124365"/>
            </a:xfrm>
            <a:prstGeom prst="rect">
              <a:avLst/>
            </a:prstGeom>
            <a:solidFill>
              <a:srgbClr val="33333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ko-KR" altLang="en-US" dirty="0">
                <a:solidFill>
                  <a:prstClr val="white"/>
                </a:solidFill>
              </a:endParaRPr>
            </a:p>
          </p:txBody>
        </p:sp>
        <p:sp>
          <p:nvSpPr>
            <p:cNvPr id="9" name="평행 사변형 8"/>
            <p:cNvSpPr/>
            <p:nvPr/>
          </p:nvSpPr>
          <p:spPr bwMode="auto">
            <a:xfrm>
              <a:off x="5724525" y="6624505"/>
              <a:ext cx="2700338" cy="244006"/>
            </a:xfrm>
            <a:prstGeom prst="parallelogram">
              <a:avLst>
                <a:gd name="adj" fmla="val 86987"/>
              </a:avLst>
            </a:prstGeom>
            <a:solidFill>
              <a:srgbClr val="A91F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ko-KR" altLang="en-US" dirty="0">
                <a:solidFill>
                  <a:prstClr val="white"/>
                </a:solidFill>
              </a:endParaRPr>
            </a:p>
          </p:txBody>
        </p:sp>
      </p:grpSp>
      <p:sp>
        <p:nvSpPr>
          <p:cNvPr id="10" name="TextBox 22"/>
          <p:cNvSpPr txBox="1">
            <a:spLocks noChangeArrowheads="1"/>
          </p:cNvSpPr>
          <p:nvPr userDrawn="1"/>
        </p:nvSpPr>
        <p:spPr bwMode="auto">
          <a:xfrm>
            <a:off x="-36513" y="6704013"/>
            <a:ext cx="2364750" cy="2000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r>
              <a:rPr kumimoji="0" lang="en-US" altLang="ko-KR" sz="7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Copyright (c) BI MATRIX, Inc. 2015 All rights reserved.</a:t>
            </a:r>
            <a:endParaRPr kumimoji="0" lang="ko-KR" altLang="en-US" sz="7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7742754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22225"/>
            <a:ext cx="9137650" cy="6880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Box 13"/>
          <p:cNvSpPr txBox="1">
            <a:spLocks noChangeArrowheads="1"/>
          </p:cNvSpPr>
          <p:nvPr userDrawn="1"/>
        </p:nvSpPr>
        <p:spPr bwMode="auto">
          <a:xfrm>
            <a:off x="2940050" y="2636838"/>
            <a:ext cx="3263900" cy="831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algn="ctr"/>
            <a:r>
              <a:rPr kumimoji="0" lang="ko-KR" altLang="en-US" sz="4800" b="1" dirty="0" smtClean="0">
                <a:solidFill>
                  <a:srgbClr val="7F7F7F"/>
                </a:solidFill>
                <a:latin typeface="MyriadRegular"/>
              </a:rPr>
              <a:t>감사합니다</a:t>
            </a:r>
            <a:endParaRPr kumimoji="0" lang="ko-KR" altLang="en-US" sz="4800" b="1" dirty="0">
              <a:solidFill>
                <a:srgbClr val="7F7F7F"/>
              </a:solidFill>
              <a:latin typeface="MyriadRegular"/>
            </a:endParaRPr>
          </a:p>
        </p:txBody>
      </p:sp>
      <p:sp>
        <p:nvSpPr>
          <p:cNvPr id="4" name="TextBox 16"/>
          <p:cNvSpPr txBox="1">
            <a:spLocks noChangeArrowheads="1"/>
          </p:cNvSpPr>
          <p:nvPr userDrawn="1"/>
        </p:nvSpPr>
        <p:spPr bwMode="auto">
          <a:xfrm>
            <a:off x="4494213" y="3460750"/>
            <a:ext cx="2420937" cy="323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r>
              <a:rPr kumimoji="0" lang="ko-KR" altLang="en-US" sz="1500" dirty="0">
                <a:solidFill>
                  <a:schemeClr val="bg1"/>
                </a:solidFill>
                <a:latin typeface="MyriadRegular"/>
              </a:rPr>
              <a:t>세상에서 가장 안전한 이름</a:t>
            </a:r>
          </a:p>
        </p:txBody>
      </p:sp>
      <p:pic>
        <p:nvPicPr>
          <p:cNvPr id="5" name="Picture 4" descr="C:\Documents and Settings\changhee\바탕 화면\PPT템플릿소스\PPT템플릿소스\AhnLab_CI_흰색.png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3884613"/>
            <a:ext cx="1512888" cy="265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6" name="그룹 18"/>
          <p:cNvGrpSpPr>
            <a:grpSpLocks/>
          </p:cNvGrpSpPr>
          <p:nvPr userDrawn="1"/>
        </p:nvGrpSpPr>
        <p:grpSpPr bwMode="auto">
          <a:xfrm>
            <a:off x="0" y="6611938"/>
            <a:ext cx="9144000" cy="246062"/>
            <a:chOff x="0" y="6624505"/>
            <a:chExt cx="9144000" cy="244006"/>
          </a:xfrm>
        </p:grpSpPr>
        <p:sp>
          <p:nvSpPr>
            <p:cNvPr id="7" name="직사각형 6"/>
            <p:cNvSpPr/>
            <p:nvPr/>
          </p:nvSpPr>
          <p:spPr bwMode="auto">
            <a:xfrm>
              <a:off x="0" y="6733127"/>
              <a:ext cx="9144000" cy="135384"/>
            </a:xfrm>
            <a:prstGeom prst="rect">
              <a:avLst/>
            </a:prstGeom>
            <a:solidFill>
              <a:srgbClr val="99999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ko-KR" altLang="en-US" dirty="0">
                <a:solidFill>
                  <a:prstClr val="white"/>
                </a:solidFill>
              </a:endParaRPr>
            </a:p>
          </p:txBody>
        </p:sp>
        <p:sp>
          <p:nvSpPr>
            <p:cNvPr id="8" name="직사각형 7"/>
            <p:cNvSpPr/>
            <p:nvPr/>
          </p:nvSpPr>
          <p:spPr bwMode="auto">
            <a:xfrm>
              <a:off x="8064500" y="6733127"/>
              <a:ext cx="1079500" cy="124365"/>
            </a:xfrm>
            <a:prstGeom prst="rect">
              <a:avLst/>
            </a:prstGeom>
            <a:solidFill>
              <a:srgbClr val="33333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ko-KR" altLang="en-US" dirty="0">
                <a:solidFill>
                  <a:prstClr val="white"/>
                </a:solidFill>
              </a:endParaRPr>
            </a:p>
          </p:txBody>
        </p:sp>
        <p:sp>
          <p:nvSpPr>
            <p:cNvPr id="9" name="평행 사변형 8"/>
            <p:cNvSpPr/>
            <p:nvPr/>
          </p:nvSpPr>
          <p:spPr bwMode="auto">
            <a:xfrm>
              <a:off x="5724525" y="6624505"/>
              <a:ext cx="2700338" cy="244006"/>
            </a:xfrm>
            <a:prstGeom prst="parallelogram">
              <a:avLst>
                <a:gd name="adj" fmla="val 86987"/>
              </a:avLst>
            </a:prstGeom>
            <a:solidFill>
              <a:srgbClr val="A91F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ko-KR" altLang="en-US" dirty="0">
                <a:solidFill>
                  <a:prstClr val="white"/>
                </a:solidFill>
              </a:endParaRPr>
            </a:p>
          </p:txBody>
        </p:sp>
      </p:grpSp>
      <p:sp>
        <p:nvSpPr>
          <p:cNvPr id="10" name="TextBox 22"/>
          <p:cNvSpPr txBox="1">
            <a:spLocks noChangeArrowheads="1"/>
          </p:cNvSpPr>
          <p:nvPr userDrawn="1"/>
        </p:nvSpPr>
        <p:spPr bwMode="auto">
          <a:xfrm>
            <a:off x="-36513" y="6704013"/>
            <a:ext cx="2364750" cy="2000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r>
              <a:rPr kumimoji="0" lang="en-US" altLang="ko-KR" sz="7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Copyright (c) BI MATRIX, Inc. 2015 All rights reserved.</a:t>
            </a:r>
            <a:endParaRPr kumimoji="0" lang="ko-KR" altLang="en-US" sz="7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Box 23"/>
          <p:cNvSpPr txBox="1">
            <a:spLocks noChangeArrowheads="1"/>
          </p:cNvSpPr>
          <p:nvPr userDrawn="1"/>
        </p:nvSpPr>
        <p:spPr bwMode="auto">
          <a:xfrm>
            <a:off x="2286759" y="3429000"/>
            <a:ext cx="4570482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algn="ctr"/>
            <a:r>
              <a:rPr kumimoji="0" lang="en-US" altLang="ko-KR" sz="800" dirty="0">
                <a:solidFill>
                  <a:srgbClr val="7F7F7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http://www.bimatrix.co.kr  |   http://bi_matrix.blog.me  |   https://www.facebook.com/bimatrixkorea</a:t>
            </a:r>
            <a:endParaRPr kumimoji="0" lang="ko-KR" altLang="en-US" sz="800" dirty="0">
              <a:solidFill>
                <a:srgbClr val="7F7F7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1372278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22225"/>
            <a:ext cx="9137650" cy="6880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Box 13"/>
          <p:cNvSpPr txBox="1">
            <a:spLocks noChangeArrowheads="1"/>
          </p:cNvSpPr>
          <p:nvPr userDrawn="1"/>
        </p:nvSpPr>
        <p:spPr bwMode="auto">
          <a:xfrm>
            <a:off x="3864115" y="2636838"/>
            <a:ext cx="1415772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algn="ctr"/>
            <a:r>
              <a:rPr kumimoji="0" lang="ko-KR" altLang="en-US" sz="4800" b="1" dirty="0" smtClean="0">
                <a:solidFill>
                  <a:srgbClr val="7F7F7F"/>
                </a:solidFill>
                <a:latin typeface="MyriadRegular"/>
              </a:rPr>
              <a:t>별첨</a:t>
            </a:r>
            <a:endParaRPr kumimoji="0" lang="ko-KR" altLang="en-US" sz="4800" b="1" dirty="0">
              <a:solidFill>
                <a:srgbClr val="7F7F7F"/>
              </a:solidFill>
              <a:latin typeface="MyriadRegular"/>
            </a:endParaRPr>
          </a:p>
        </p:txBody>
      </p:sp>
      <p:sp>
        <p:nvSpPr>
          <p:cNvPr id="4" name="TextBox 16"/>
          <p:cNvSpPr txBox="1">
            <a:spLocks noChangeArrowheads="1"/>
          </p:cNvSpPr>
          <p:nvPr userDrawn="1"/>
        </p:nvSpPr>
        <p:spPr bwMode="auto">
          <a:xfrm>
            <a:off x="4494213" y="3460750"/>
            <a:ext cx="2420937" cy="323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r>
              <a:rPr kumimoji="0" lang="ko-KR" altLang="en-US" sz="1500" dirty="0">
                <a:solidFill>
                  <a:schemeClr val="bg1"/>
                </a:solidFill>
                <a:latin typeface="MyriadRegular"/>
              </a:rPr>
              <a:t>세상에서 가장 안전한 이름</a:t>
            </a:r>
          </a:p>
        </p:txBody>
      </p:sp>
      <p:pic>
        <p:nvPicPr>
          <p:cNvPr id="5" name="Picture 4" descr="C:\Documents and Settings\changhee\바탕 화면\PPT템플릿소스\PPT템플릿소스\AhnLab_CI_흰색.png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3884613"/>
            <a:ext cx="1512888" cy="265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6" name="그룹 18"/>
          <p:cNvGrpSpPr>
            <a:grpSpLocks/>
          </p:cNvGrpSpPr>
          <p:nvPr userDrawn="1"/>
        </p:nvGrpSpPr>
        <p:grpSpPr bwMode="auto">
          <a:xfrm>
            <a:off x="0" y="6611938"/>
            <a:ext cx="9144000" cy="246062"/>
            <a:chOff x="0" y="6624505"/>
            <a:chExt cx="9144000" cy="244006"/>
          </a:xfrm>
        </p:grpSpPr>
        <p:sp>
          <p:nvSpPr>
            <p:cNvPr id="7" name="직사각형 6"/>
            <p:cNvSpPr/>
            <p:nvPr/>
          </p:nvSpPr>
          <p:spPr bwMode="auto">
            <a:xfrm>
              <a:off x="0" y="6733127"/>
              <a:ext cx="9144000" cy="135384"/>
            </a:xfrm>
            <a:prstGeom prst="rect">
              <a:avLst/>
            </a:prstGeom>
            <a:solidFill>
              <a:srgbClr val="99999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ko-KR" altLang="en-US" dirty="0">
                <a:solidFill>
                  <a:prstClr val="white"/>
                </a:solidFill>
              </a:endParaRPr>
            </a:p>
          </p:txBody>
        </p:sp>
        <p:sp>
          <p:nvSpPr>
            <p:cNvPr id="8" name="직사각형 7"/>
            <p:cNvSpPr/>
            <p:nvPr/>
          </p:nvSpPr>
          <p:spPr bwMode="auto">
            <a:xfrm>
              <a:off x="8064500" y="6733127"/>
              <a:ext cx="1079500" cy="124365"/>
            </a:xfrm>
            <a:prstGeom prst="rect">
              <a:avLst/>
            </a:prstGeom>
            <a:solidFill>
              <a:srgbClr val="33333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ko-KR" altLang="en-US" dirty="0">
                <a:solidFill>
                  <a:prstClr val="white"/>
                </a:solidFill>
              </a:endParaRPr>
            </a:p>
          </p:txBody>
        </p:sp>
        <p:sp>
          <p:nvSpPr>
            <p:cNvPr id="9" name="평행 사변형 8"/>
            <p:cNvSpPr/>
            <p:nvPr/>
          </p:nvSpPr>
          <p:spPr bwMode="auto">
            <a:xfrm>
              <a:off x="5724525" y="6624505"/>
              <a:ext cx="2700338" cy="244006"/>
            </a:xfrm>
            <a:prstGeom prst="parallelogram">
              <a:avLst>
                <a:gd name="adj" fmla="val 86987"/>
              </a:avLst>
            </a:prstGeom>
            <a:solidFill>
              <a:srgbClr val="A91F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ko-KR" altLang="en-US" dirty="0">
                <a:solidFill>
                  <a:prstClr val="white"/>
                </a:solidFill>
              </a:endParaRPr>
            </a:p>
          </p:txBody>
        </p:sp>
      </p:grpSp>
      <p:sp>
        <p:nvSpPr>
          <p:cNvPr id="10" name="TextBox 22"/>
          <p:cNvSpPr txBox="1">
            <a:spLocks noChangeArrowheads="1"/>
          </p:cNvSpPr>
          <p:nvPr userDrawn="1"/>
        </p:nvSpPr>
        <p:spPr bwMode="auto">
          <a:xfrm>
            <a:off x="-36513" y="6704013"/>
            <a:ext cx="2364750" cy="2000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r>
              <a:rPr kumimoji="0" lang="en-US" altLang="ko-KR" sz="7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Copyright (c) BI MATRIX, Inc. 2015 All rights reserved.</a:t>
            </a:r>
            <a:endParaRPr kumimoji="0" lang="ko-KR" altLang="en-US" sz="7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507198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</p:spPr>
        <p:txBody>
          <a:bodyPr/>
          <a:lstStyle/>
          <a:p>
            <a:fld id="{127C3613-523B-4616-89CC-05D6FB7C4E63}" type="datetimeFigureOut">
              <a:rPr lang="ko-KR" altLang="en-US" smtClean="0"/>
              <a:t>2016-08-24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</p:spPr>
        <p:txBody>
          <a:bodyPr/>
          <a:lstStyle/>
          <a:p>
            <a:fld id="{0BD58FC9-59B6-423B-A48B-360CE5CA0D1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7148766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제목 개체 틀 1"/>
          <p:cNvSpPr>
            <a:spLocks noGrp="1"/>
          </p:cNvSpPr>
          <p:nvPr>
            <p:ph type="title"/>
          </p:nvPr>
        </p:nvSpPr>
        <p:spPr bwMode="auto">
          <a:xfrm>
            <a:off x="414338" y="346075"/>
            <a:ext cx="6678612" cy="419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smtClean="0"/>
              <a:t>마스터 제목 스타일 편집</a:t>
            </a:r>
          </a:p>
        </p:txBody>
      </p:sp>
      <p:cxnSp>
        <p:nvCxnSpPr>
          <p:cNvPr id="10" name="직선 연결선 9"/>
          <p:cNvCxnSpPr/>
          <p:nvPr userDrawn="1"/>
        </p:nvCxnSpPr>
        <p:spPr>
          <a:xfrm>
            <a:off x="511175" y="857250"/>
            <a:ext cx="8093075" cy="0"/>
          </a:xfrm>
          <a:prstGeom prst="line">
            <a:avLst/>
          </a:prstGeom>
          <a:ln w="6350" cmpd="sng">
            <a:solidFill>
              <a:srgbClr val="9999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28" name="그룹 10"/>
          <p:cNvGrpSpPr>
            <a:grpSpLocks/>
          </p:cNvGrpSpPr>
          <p:nvPr userDrawn="1"/>
        </p:nvGrpSpPr>
        <p:grpSpPr bwMode="auto">
          <a:xfrm>
            <a:off x="1043608" y="6611938"/>
            <a:ext cx="8100392" cy="246062"/>
            <a:chOff x="827584" y="6624505"/>
            <a:chExt cx="8316416" cy="244006"/>
          </a:xfrm>
        </p:grpSpPr>
        <p:sp>
          <p:nvSpPr>
            <p:cNvPr id="13" name="직사각형 12"/>
            <p:cNvSpPr/>
            <p:nvPr/>
          </p:nvSpPr>
          <p:spPr bwMode="auto">
            <a:xfrm>
              <a:off x="827584" y="6733127"/>
              <a:ext cx="8316416" cy="135384"/>
            </a:xfrm>
            <a:prstGeom prst="rect">
              <a:avLst/>
            </a:prstGeom>
            <a:solidFill>
              <a:srgbClr val="99999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ko-KR" altLang="en-US" dirty="0">
                <a:solidFill>
                  <a:prstClr val="white"/>
                </a:solidFill>
              </a:endParaRPr>
            </a:p>
          </p:txBody>
        </p:sp>
        <p:sp>
          <p:nvSpPr>
            <p:cNvPr id="15" name="직사각형 14"/>
            <p:cNvSpPr/>
            <p:nvPr/>
          </p:nvSpPr>
          <p:spPr bwMode="auto">
            <a:xfrm>
              <a:off x="8064564" y="6733127"/>
              <a:ext cx="1079436" cy="124365"/>
            </a:xfrm>
            <a:prstGeom prst="rect">
              <a:avLst/>
            </a:prstGeom>
            <a:solidFill>
              <a:srgbClr val="33333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ko-KR" altLang="en-US" dirty="0">
                <a:solidFill>
                  <a:prstClr val="white"/>
                </a:solidFill>
              </a:endParaRPr>
            </a:p>
          </p:txBody>
        </p:sp>
        <p:sp>
          <p:nvSpPr>
            <p:cNvPr id="16" name="평행 사변형 15"/>
            <p:cNvSpPr/>
            <p:nvPr/>
          </p:nvSpPr>
          <p:spPr bwMode="auto">
            <a:xfrm>
              <a:off x="5724729" y="6624505"/>
              <a:ext cx="2700177" cy="244006"/>
            </a:xfrm>
            <a:prstGeom prst="parallelogram">
              <a:avLst>
                <a:gd name="adj" fmla="val 86987"/>
              </a:avLst>
            </a:prstGeom>
            <a:solidFill>
              <a:srgbClr val="A91F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ko-KR" altLang="en-US" dirty="0">
                <a:solidFill>
                  <a:prstClr val="white"/>
                </a:solidFill>
              </a:endParaRPr>
            </a:p>
          </p:txBody>
        </p:sp>
      </p:grp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378825" y="6592888"/>
            <a:ext cx="8016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900" baseline="0" smtClean="0">
                <a:solidFill>
                  <a:schemeClr val="bg1"/>
                </a:solidFill>
                <a:latin typeface="Arial" pitchFamily="34" charset="0"/>
                <a:ea typeface="+mn-ea"/>
              </a:defRPr>
            </a:lvl1pPr>
          </a:lstStyle>
          <a:p>
            <a:pPr>
              <a:defRPr/>
            </a:pPr>
            <a:fld id="{57D33011-443A-4CA7-965F-029FE896D58D}" type="slidenum">
              <a:rPr lang="ko-KR" altLang="en-US"/>
              <a:pPr>
                <a:defRPr/>
              </a:pPr>
              <a:t>‹#›</a:t>
            </a:fld>
            <a:endParaRPr lang="ko-KR" altLang="en-US" dirty="0"/>
          </a:p>
        </p:txBody>
      </p:sp>
      <p:pic>
        <p:nvPicPr>
          <p:cNvPr id="1030" name="그림 7"/>
          <p:cNvPicPr>
            <a:picLocks noChangeAspect="1"/>
          </p:cNvPicPr>
          <p:nvPr userDrawn="1"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080" y="6608763"/>
            <a:ext cx="798512" cy="249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73" r:id="rId2"/>
    <p:sldLayoutId id="2147483674" r:id="rId3"/>
    <p:sldLayoutId id="2147483669" r:id="rId4"/>
    <p:sldLayoutId id="2147483670" r:id="rId5"/>
    <p:sldLayoutId id="2147483671" r:id="rId6"/>
    <p:sldLayoutId id="2147483675" r:id="rId7"/>
    <p:sldLayoutId id="2147483676" r:id="rId8"/>
    <p:sldLayoutId id="2147483677" r:id="rId9"/>
    <p:sldLayoutId id="2147483678" r:id="rId10"/>
  </p:sldLayoutIdLst>
  <p:timing>
    <p:tnLst>
      <p:par>
        <p:cTn id="1" dur="indefinite" restart="never" nodeType="tmRoot"/>
      </p:par>
    </p:tnLst>
  </p:timing>
  <p:hf hdr="0" ftr="0" dt="0"/>
  <p:txStyles>
    <p:titleStyle>
      <a:lvl1pPr algn="l" rtl="0" fontAlgn="base" latinLnBrk="1">
        <a:spcBef>
          <a:spcPct val="0"/>
        </a:spcBef>
        <a:spcAft>
          <a:spcPct val="0"/>
        </a:spcAft>
        <a:defRPr sz="1900" b="1" kern="1200">
          <a:solidFill>
            <a:srgbClr val="A91F24"/>
          </a:solidFill>
          <a:latin typeface="+mj-lt"/>
          <a:ea typeface="+mj-ea"/>
          <a:cs typeface="+mj-cs"/>
        </a:defRPr>
      </a:lvl1pPr>
      <a:lvl2pPr algn="l" rtl="0" fontAlgn="base" latinLnBrk="1">
        <a:spcBef>
          <a:spcPct val="0"/>
        </a:spcBef>
        <a:spcAft>
          <a:spcPct val="0"/>
        </a:spcAft>
        <a:defRPr sz="1900" b="1">
          <a:solidFill>
            <a:srgbClr val="A91F24"/>
          </a:solidFill>
          <a:latin typeface="맑은 고딕" pitchFamily="50" charset="-127"/>
          <a:ea typeface="맑은 고딕" pitchFamily="50" charset="-127"/>
        </a:defRPr>
      </a:lvl2pPr>
      <a:lvl3pPr algn="l" rtl="0" fontAlgn="base" latinLnBrk="1">
        <a:spcBef>
          <a:spcPct val="0"/>
        </a:spcBef>
        <a:spcAft>
          <a:spcPct val="0"/>
        </a:spcAft>
        <a:defRPr sz="1900" b="1">
          <a:solidFill>
            <a:srgbClr val="A91F24"/>
          </a:solidFill>
          <a:latin typeface="맑은 고딕" pitchFamily="50" charset="-127"/>
          <a:ea typeface="맑은 고딕" pitchFamily="50" charset="-127"/>
        </a:defRPr>
      </a:lvl3pPr>
      <a:lvl4pPr algn="l" rtl="0" fontAlgn="base" latinLnBrk="1">
        <a:spcBef>
          <a:spcPct val="0"/>
        </a:spcBef>
        <a:spcAft>
          <a:spcPct val="0"/>
        </a:spcAft>
        <a:defRPr sz="1900" b="1">
          <a:solidFill>
            <a:srgbClr val="A91F24"/>
          </a:solidFill>
          <a:latin typeface="맑은 고딕" pitchFamily="50" charset="-127"/>
          <a:ea typeface="맑은 고딕" pitchFamily="50" charset="-127"/>
        </a:defRPr>
      </a:lvl4pPr>
      <a:lvl5pPr algn="l" rtl="0" fontAlgn="base" latinLnBrk="1">
        <a:spcBef>
          <a:spcPct val="0"/>
        </a:spcBef>
        <a:spcAft>
          <a:spcPct val="0"/>
        </a:spcAft>
        <a:defRPr sz="1900" b="1">
          <a:solidFill>
            <a:srgbClr val="A91F24"/>
          </a:solidFill>
          <a:latin typeface="맑은 고딕" pitchFamily="50" charset="-127"/>
          <a:ea typeface="맑은 고딕" pitchFamily="50" charset="-127"/>
        </a:defRPr>
      </a:lvl5pPr>
      <a:lvl6pPr marL="457200" algn="l" rtl="0" fontAlgn="base" latinLnBrk="1">
        <a:spcBef>
          <a:spcPct val="0"/>
        </a:spcBef>
        <a:spcAft>
          <a:spcPct val="0"/>
        </a:spcAft>
        <a:defRPr sz="1900" b="1">
          <a:solidFill>
            <a:srgbClr val="A91F24"/>
          </a:solidFill>
          <a:latin typeface="맑은 고딕" pitchFamily="50" charset="-127"/>
          <a:ea typeface="맑은 고딕" pitchFamily="50" charset="-127"/>
        </a:defRPr>
      </a:lvl6pPr>
      <a:lvl7pPr marL="914400" algn="l" rtl="0" fontAlgn="base" latinLnBrk="1">
        <a:spcBef>
          <a:spcPct val="0"/>
        </a:spcBef>
        <a:spcAft>
          <a:spcPct val="0"/>
        </a:spcAft>
        <a:defRPr sz="1900" b="1">
          <a:solidFill>
            <a:srgbClr val="A91F24"/>
          </a:solidFill>
          <a:latin typeface="맑은 고딕" pitchFamily="50" charset="-127"/>
          <a:ea typeface="맑은 고딕" pitchFamily="50" charset="-127"/>
        </a:defRPr>
      </a:lvl7pPr>
      <a:lvl8pPr marL="1371600" algn="l" rtl="0" fontAlgn="base" latinLnBrk="1">
        <a:spcBef>
          <a:spcPct val="0"/>
        </a:spcBef>
        <a:spcAft>
          <a:spcPct val="0"/>
        </a:spcAft>
        <a:defRPr sz="1900" b="1">
          <a:solidFill>
            <a:srgbClr val="A91F24"/>
          </a:solidFill>
          <a:latin typeface="맑은 고딕" pitchFamily="50" charset="-127"/>
          <a:ea typeface="맑은 고딕" pitchFamily="50" charset="-127"/>
        </a:defRPr>
      </a:lvl8pPr>
      <a:lvl9pPr marL="1828800" algn="l" rtl="0" fontAlgn="base" latinLnBrk="1">
        <a:spcBef>
          <a:spcPct val="0"/>
        </a:spcBef>
        <a:spcAft>
          <a:spcPct val="0"/>
        </a:spcAft>
        <a:defRPr sz="1900" b="1">
          <a:solidFill>
            <a:srgbClr val="A91F24"/>
          </a:solidFill>
          <a:latin typeface="맑은 고딕" pitchFamily="50" charset="-127"/>
          <a:ea typeface="맑은 고딕" pitchFamily="50" charset="-127"/>
        </a:defRPr>
      </a:lvl9pPr>
    </p:titleStyle>
    <p:bodyStyle>
      <a:lvl1pPr marL="342900" indent="-342900" algn="l" rtl="0" fontAlgn="base" latinLnBrk="1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 latinLnBrk="1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 latinLnBrk="1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 latinLnBrk="1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 latinLnBrk="1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13" Type="http://schemas.openxmlformats.org/officeDocument/2006/relationships/image" Target="../media/image18.jpeg"/><Relationship Id="rId3" Type="http://schemas.openxmlformats.org/officeDocument/2006/relationships/image" Target="../media/image8.png"/><Relationship Id="rId7" Type="http://schemas.openxmlformats.org/officeDocument/2006/relationships/image" Target="../media/image12.jpeg"/><Relationship Id="rId12" Type="http://schemas.openxmlformats.org/officeDocument/2006/relationships/image" Target="../media/image1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1.png"/><Relationship Id="rId11" Type="http://schemas.openxmlformats.org/officeDocument/2006/relationships/image" Target="../media/image16.png"/><Relationship Id="rId5" Type="http://schemas.openxmlformats.org/officeDocument/2006/relationships/image" Target="../media/image10.png"/><Relationship Id="rId10" Type="http://schemas.openxmlformats.org/officeDocument/2006/relationships/image" Target="../media/image15.png"/><Relationship Id="rId4" Type="http://schemas.openxmlformats.org/officeDocument/2006/relationships/image" Target="../media/image9.png"/><Relationship Id="rId9" Type="http://schemas.openxmlformats.org/officeDocument/2006/relationships/image" Target="../media/image14.jpeg"/><Relationship Id="rId14" Type="http://schemas.openxmlformats.org/officeDocument/2006/relationships/image" Target="../media/image19.png"/></Relationships>
</file>

<file path=ppt/slides/_rels/slide3.xml.rels><?xml version="1.0" encoding="UTF-8" standalone="yes"?>
<Relationships xmlns="http://schemas.openxmlformats.org/package/2006/relationships"><Relationship Id="rId8" Type="http://schemas.microsoft.com/office/2007/relationships/hdphoto" Target="../media/hdphoto3.wdp"/><Relationship Id="rId3" Type="http://schemas.openxmlformats.org/officeDocument/2006/relationships/image" Target="../media/image21.png"/><Relationship Id="rId7" Type="http://schemas.openxmlformats.org/officeDocument/2006/relationships/image" Target="../media/image23.png"/><Relationship Id="rId12" Type="http://schemas.openxmlformats.org/officeDocument/2006/relationships/image" Target="../media/image27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0.xml"/><Relationship Id="rId6" Type="http://schemas.microsoft.com/office/2007/relationships/hdphoto" Target="../media/hdphoto2.wdp"/><Relationship Id="rId11" Type="http://schemas.openxmlformats.org/officeDocument/2006/relationships/image" Target="../media/image26.jpeg"/><Relationship Id="rId5" Type="http://schemas.openxmlformats.org/officeDocument/2006/relationships/image" Target="../media/image22.png"/><Relationship Id="rId10" Type="http://schemas.openxmlformats.org/officeDocument/2006/relationships/image" Target="../media/image25.png"/><Relationship Id="rId4" Type="http://schemas.microsoft.com/office/2007/relationships/hdphoto" Target="../media/hdphoto1.wdp"/><Relationship Id="rId9" Type="http://schemas.openxmlformats.org/officeDocument/2006/relationships/image" Target="../media/image24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ctrTitle"/>
          </p:nvPr>
        </p:nvSpPr>
        <p:spPr>
          <a:xfrm>
            <a:off x="1259632" y="2204864"/>
            <a:ext cx="6265713" cy="792064"/>
          </a:xfrm>
        </p:spPr>
        <p:txBody>
          <a:bodyPr rtlCol="0">
            <a:noAutofit/>
          </a:bodyPr>
          <a:lstStyle/>
          <a:p>
            <a:pPr fontAlgn="auto">
              <a:defRPr/>
            </a:pPr>
            <a:r>
              <a:rPr lang="en-US" altLang="ko-KR" dirty="0" smtClean="0"/>
              <a:t>BI MATRIX </a:t>
            </a:r>
            <a:r>
              <a:rPr lang="ko-KR" altLang="en-US" dirty="0" smtClean="0"/>
              <a:t>아키텍처</a:t>
            </a:r>
            <a:endParaRPr lang="ko-KR" altLang="en-US" dirty="0"/>
          </a:p>
        </p:txBody>
      </p:sp>
      <p:sp>
        <p:nvSpPr>
          <p:cNvPr id="5" name="부제목 4"/>
          <p:cNvSpPr>
            <a:spLocks noGrp="1"/>
          </p:cNvSpPr>
          <p:nvPr>
            <p:ph type="subTitle" idx="1"/>
          </p:nvPr>
        </p:nvSpPr>
        <p:spPr>
          <a:xfrm>
            <a:off x="2952626" y="3068960"/>
            <a:ext cx="2879725" cy="841375"/>
          </a:xfrm>
        </p:spPr>
        <p:txBody>
          <a:bodyPr/>
          <a:lstStyle/>
          <a:p>
            <a:pPr fontAlgn="auto">
              <a:defRPr/>
            </a:pPr>
            <a:r>
              <a:rPr lang="en-US" dirty="0" smtClean="0"/>
              <a:t>Enterprise BI Solution</a:t>
            </a:r>
          </a:p>
          <a:p>
            <a:pPr fontAlgn="auto">
              <a:defRPr/>
            </a:pPr>
            <a:r>
              <a:rPr lang="ko-KR" altLang="en-US" dirty="0" smtClean="0"/>
              <a:t>㈜비아이매트릭스</a:t>
            </a:r>
            <a:r>
              <a:rPr lang="en-US" altLang="ko-KR" dirty="0" smtClean="0"/>
              <a:t>,</a:t>
            </a:r>
            <a:r>
              <a:rPr lang="ko-KR" altLang="en-US" dirty="0" smtClean="0"/>
              <a:t>  </a:t>
            </a:r>
            <a:r>
              <a:rPr lang="en-US" altLang="ko-KR" dirty="0" smtClean="0"/>
              <a:t>2016</a:t>
            </a: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오른쪽 화살표 98"/>
          <p:cNvSpPr/>
          <p:nvPr/>
        </p:nvSpPr>
        <p:spPr bwMode="auto">
          <a:xfrm flipV="1">
            <a:off x="5508104" y="3147649"/>
            <a:ext cx="454893" cy="1332408"/>
          </a:xfrm>
          <a:prstGeom prst="rightArrow">
            <a:avLst>
              <a:gd name="adj1" fmla="val 64989"/>
              <a:gd name="adj2" fmla="val 75398"/>
            </a:avLst>
          </a:prstGeom>
          <a:gradFill>
            <a:gsLst>
              <a:gs pos="0">
                <a:schemeClr val="bg1"/>
              </a:gs>
              <a:gs pos="50000">
                <a:schemeClr val="bg1">
                  <a:lumMod val="85000"/>
                </a:schemeClr>
              </a:gs>
              <a:gs pos="100000">
                <a:schemeClr val="bg1">
                  <a:lumMod val="75000"/>
                </a:schemeClr>
              </a:gs>
            </a:gsLst>
            <a:lin ang="0" scaled="0"/>
          </a:gra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  <a:buClr>
                <a:srgbClr val="FCAF17"/>
              </a:buClr>
            </a:pPr>
            <a:endParaRPr lang="en-US" altLang="en-US" dirty="0" smtClean="0">
              <a:solidFill>
                <a:prstClr val="black"/>
              </a:solidFill>
              <a:ea typeface="맑은 고딕" panose="020B0503020000020004" pitchFamily="50" charset="-127"/>
            </a:endParaRPr>
          </a:p>
        </p:txBody>
      </p:sp>
      <p:sp>
        <p:nvSpPr>
          <p:cNvPr id="120" name="오른쪽 화살표 119"/>
          <p:cNvSpPr/>
          <p:nvPr/>
        </p:nvSpPr>
        <p:spPr bwMode="auto">
          <a:xfrm rot="5400000" flipH="1">
            <a:off x="7113676" y="1907293"/>
            <a:ext cx="288031" cy="1560815"/>
          </a:xfrm>
          <a:prstGeom prst="rightArrow">
            <a:avLst>
              <a:gd name="adj1" fmla="val 64989"/>
              <a:gd name="adj2" fmla="val 75398"/>
            </a:avLst>
          </a:prstGeom>
          <a:gradFill>
            <a:gsLst>
              <a:gs pos="0">
                <a:schemeClr val="bg1"/>
              </a:gs>
              <a:gs pos="50000">
                <a:schemeClr val="accent2">
                  <a:lumMod val="40000"/>
                  <a:lumOff val="60000"/>
                </a:schemeClr>
              </a:gs>
              <a:gs pos="100000">
                <a:schemeClr val="accent2">
                  <a:lumMod val="60000"/>
                  <a:lumOff val="40000"/>
                </a:schemeClr>
              </a:gs>
            </a:gsLst>
            <a:lin ang="0" scaled="0"/>
          </a:gra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  <a:buClr>
                <a:srgbClr val="FCAF17"/>
              </a:buClr>
            </a:pPr>
            <a:endParaRPr lang="en-US" altLang="en-US" dirty="0" smtClean="0">
              <a:solidFill>
                <a:prstClr val="black"/>
              </a:solidFill>
              <a:ea typeface="맑은 고딕" panose="020B0503020000020004" pitchFamily="50" charset="-127"/>
            </a:endParaRPr>
          </a:p>
        </p:txBody>
      </p:sp>
      <p:sp>
        <p:nvSpPr>
          <p:cNvPr id="93" name="오른쪽 화살표 92"/>
          <p:cNvSpPr/>
          <p:nvPr/>
        </p:nvSpPr>
        <p:spPr>
          <a:xfrm rot="16200000">
            <a:off x="2195737" y="5592904"/>
            <a:ext cx="300157" cy="300157"/>
          </a:xfrm>
          <a:prstGeom prst="rightArrow">
            <a:avLst/>
          </a:prstGeom>
          <a:gradFill>
            <a:gsLst>
              <a:gs pos="0">
                <a:schemeClr val="bg1"/>
              </a:gs>
              <a:gs pos="50000">
                <a:schemeClr val="bg1">
                  <a:lumMod val="85000"/>
                </a:schemeClr>
              </a:gs>
              <a:gs pos="100000">
                <a:schemeClr val="bg1">
                  <a:lumMod val="75000"/>
                </a:schemeClr>
              </a:gs>
            </a:gsLst>
            <a:lin ang="0" scaled="0"/>
          </a:gra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  <a:buClr>
                <a:srgbClr val="FCAF17"/>
              </a:buClr>
            </a:pPr>
            <a:endParaRPr lang="ko-KR" altLang="en-US" dirty="0">
              <a:solidFill>
                <a:prstClr val="black"/>
              </a:solidFill>
              <a:ea typeface="맑은 고딕" panose="020B0503020000020004" pitchFamily="50" charset="-127"/>
            </a:endParaRPr>
          </a:p>
        </p:txBody>
      </p:sp>
      <p:sp>
        <p:nvSpPr>
          <p:cNvPr id="94" name="오른쪽 화살표 93"/>
          <p:cNvSpPr/>
          <p:nvPr/>
        </p:nvSpPr>
        <p:spPr>
          <a:xfrm rot="16200000">
            <a:off x="3419873" y="5593604"/>
            <a:ext cx="300157" cy="300157"/>
          </a:xfrm>
          <a:prstGeom prst="rightArrow">
            <a:avLst/>
          </a:prstGeom>
          <a:gradFill>
            <a:gsLst>
              <a:gs pos="0">
                <a:schemeClr val="bg1"/>
              </a:gs>
              <a:gs pos="50000">
                <a:schemeClr val="bg1">
                  <a:lumMod val="85000"/>
                </a:schemeClr>
              </a:gs>
              <a:gs pos="100000">
                <a:schemeClr val="bg1">
                  <a:lumMod val="75000"/>
                </a:schemeClr>
              </a:gs>
            </a:gsLst>
            <a:lin ang="0" scaled="0"/>
          </a:gra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  <a:buClr>
                <a:srgbClr val="FCAF17"/>
              </a:buClr>
            </a:pPr>
            <a:endParaRPr lang="ko-KR" altLang="en-US" dirty="0">
              <a:solidFill>
                <a:prstClr val="black"/>
              </a:solidFill>
              <a:ea typeface="맑은 고딕" panose="020B0503020000020004" pitchFamily="50" charset="-127"/>
            </a:endParaRPr>
          </a:p>
        </p:txBody>
      </p:sp>
      <p:sp>
        <p:nvSpPr>
          <p:cNvPr id="96" name="오른쪽 화살표 95"/>
          <p:cNvSpPr/>
          <p:nvPr/>
        </p:nvSpPr>
        <p:spPr>
          <a:xfrm rot="16200000">
            <a:off x="4788026" y="5605730"/>
            <a:ext cx="300157" cy="300157"/>
          </a:xfrm>
          <a:prstGeom prst="rightArrow">
            <a:avLst/>
          </a:prstGeom>
          <a:gradFill>
            <a:gsLst>
              <a:gs pos="0">
                <a:schemeClr val="bg1"/>
              </a:gs>
              <a:gs pos="50000">
                <a:schemeClr val="bg1">
                  <a:lumMod val="85000"/>
                </a:schemeClr>
              </a:gs>
              <a:gs pos="100000">
                <a:schemeClr val="bg1">
                  <a:lumMod val="75000"/>
                </a:schemeClr>
              </a:gs>
            </a:gsLst>
            <a:lin ang="0" scaled="0"/>
          </a:gra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  <a:buClr>
                <a:srgbClr val="FCAF17"/>
              </a:buClr>
            </a:pPr>
            <a:endParaRPr lang="ko-KR" altLang="en-US" dirty="0">
              <a:solidFill>
                <a:prstClr val="black"/>
              </a:solidFill>
              <a:ea typeface="맑은 고딕" panose="020B0503020000020004" pitchFamily="50" charset="-127"/>
            </a:endParaRPr>
          </a:p>
        </p:txBody>
      </p:sp>
      <p:sp>
        <p:nvSpPr>
          <p:cNvPr id="10242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BI (Business Intelligence</a:t>
            </a:r>
            <a:r>
              <a:rPr lang="en-US" altLang="ko-KR" dirty="0" smtClean="0"/>
              <a:t>) </a:t>
            </a:r>
            <a:r>
              <a:rPr lang="ko-KR" altLang="en-US" dirty="0" smtClean="0"/>
              <a:t>시스템 흐름도</a:t>
            </a:r>
            <a:endParaRPr lang="ko-KR" altLang="en-US" dirty="0" smtClean="0"/>
          </a:p>
        </p:txBody>
      </p:sp>
      <p:sp>
        <p:nvSpPr>
          <p:cNvPr id="10243" name="슬라이드 번호 개체 틀 2"/>
          <p:cNvSpPr>
            <a:spLocks noGrp="1"/>
          </p:cNvSpPr>
          <p:nvPr>
            <p:ph type="sldNum" sz="quarter" idx="14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D6A8DE62-B337-47BB-B9A8-93ABD06A5F83}" type="slidenum">
              <a:rPr lang="ko-KR" altLang="en-US">
                <a:solidFill>
                  <a:schemeClr val="bg1"/>
                </a:solidFill>
                <a:latin typeface="Arial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</a:t>
            </a:fld>
            <a:endParaRPr lang="ko-KR" altLang="en-US" dirty="0">
              <a:solidFill>
                <a:schemeClr val="bg1"/>
              </a:solidFill>
              <a:latin typeface="Arial" pitchFamily="34" charset="0"/>
            </a:endParaRPr>
          </a:p>
        </p:txBody>
      </p:sp>
      <p:sp>
        <p:nvSpPr>
          <p:cNvPr id="68" name="직사각형 67"/>
          <p:cNvSpPr/>
          <p:nvPr/>
        </p:nvSpPr>
        <p:spPr>
          <a:xfrm>
            <a:off x="1779943" y="5909695"/>
            <a:ext cx="646331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1" kern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  <a:cs typeface="Tahoma" pitchFamily="34" charset="0"/>
              </a:rPr>
              <a:t>계정계</a:t>
            </a:r>
            <a:endParaRPr kumimoji="0" lang="en-US" altLang="ko-KR" sz="1200" b="1" kern="0" dirty="0" smtClean="0">
              <a:solidFill>
                <a:schemeClr val="tx1">
                  <a:lumMod val="75000"/>
                  <a:lumOff val="25000"/>
                </a:schemeClr>
              </a:solidFill>
              <a:latin typeface="+mn-ea"/>
              <a:ea typeface="+mn-ea"/>
              <a:cs typeface="Tahoma" pitchFamily="34" charset="0"/>
            </a:endParaRPr>
          </a:p>
        </p:txBody>
      </p:sp>
      <p:sp>
        <p:nvSpPr>
          <p:cNvPr id="69" name="AutoShape 23"/>
          <p:cNvSpPr>
            <a:spLocks noChangeArrowheads="1"/>
          </p:cNvSpPr>
          <p:nvPr/>
        </p:nvSpPr>
        <p:spPr bwMode="gray">
          <a:xfrm rot="5400000" flipH="1">
            <a:off x="3277030" y="3430174"/>
            <a:ext cx="646373" cy="3671758"/>
          </a:xfrm>
          <a:prstGeom prst="can">
            <a:avLst>
              <a:gd name="adj" fmla="val 33390"/>
            </a:avLst>
          </a:prstGeom>
          <a:solidFill>
            <a:schemeClr val="bg1">
              <a:lumMod val="95000"/>
            </a:schemeClr>
          </a:solidFill>
          <a:ln w="3175">
            <a:solidFill>
              <a:srgbClr val="000000"/>
            </a:solidFill>
            <a:round/>
            <a:headEnd/>
            <a:tailEnd/>
          </a:ln>
          <a:effectLst/>
        </p:spPr>
        <p:txBody>
          <a:bodyPr rot="10800000" vert="eaVert" wrap="none" anchor="ctr"/>
          <a:lstStyle/>
          <a:p>
            <a:pPr marL="0" marR="0" lvl="0" indent="0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100" b="0" i="0" u="none" strike="noStrike" kern="0" cap="none" spc="0" normalizeH="0" baseline="0" noProof="0" dirty="0" smtClean="0">
              <a:ln>
                <a:noFill/>
              </a:ln>
              <a:effectLst/>
              <a:uLnTx/>
              <a:uFillTx/>
              <a:latin typeface="+mn-ea"/>
              <a:ea typeface="+mn-ea"/>
              <a:cs typeface="Tahoma" pitchFamily="34" charset="0"/>
            </a:endParaRPr>
          </a:p>
        </p:txBody>
      </p:sp>
      <p:sp>
        <p:nvSpPr>
          <p:cNvPr id="74" name="오각형 73"/>
          <p:cNvSpPr/>
          <p:nvPr/>
        </p:nvSpPr>
        <p:spPr bwMode="auto">
          <a:xfrm rot="16200000">
            <a:off x="3915524" y="5102259"/>
            <a:ext cx="573830" cy="317935"/>
          </a:xfrm>
          <a:prstGeom prst="homePlate">
            <a:avLst/>
          </a:prstGeom>
          <a:solidFill>
            <a:srgbClr val="FFFFFF">
              <a:lumMod val="85000"/>
            </a:srgbClr>
          </a:solidFill>
          <a:ln w="9525" cap="flat" cmpd="sng" algn="ctr">
            <a:solidFill>
              <a:srgbClr val="80808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eaVert" wrap="none" lIns="0" tIns="0" rIns="0" bIns="45720" numCol="1" rtlCol="0" anchor="ctr" anchorCtr="0" compatLnSpc="1">
            <a:prstTxWarp prst="textNoShape">
              <a:avLst/>
            </a:prstTxWarp>
          </a:bodyPr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</a:pPr>
            <a:r>
              <a:rPr lang="ko-KR" altLang="en-US" sz="1100" b="1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  <a:cs typeface="Tahoma" pitchFamily="34" charset="0"/>
              </a:rPr>
              <a:t>가공</a:t>
            </a:r>
          </a:p>
        </p:txBody>
      </p:sp>
      <p:sp>
        <p:nvSpPr>
          <p:cNvPr id="75" name="오각형 74"/>
          <p:cNvSpPr/>
          <p:nvPr/>
        </p:nvSpPr>
        <p:spPr bwMode="auto">
          <a:xfrm rot="16200000">
            <a:off x="3406037" y="5102260"/>
            <a:ext cx="573830" cy="317935"/>
          </a:xfrm>
          <a:prstGeom prst="homePlate">
            <a:avLst/>
          </a:prstGeom>
          <a:solidFill>
            <a:srgbClr val="FFFFFF">
              <a:lumMod val="85000"/>
            </a:srgbClr>
          </a:solidFill>
          <a:ln w="9525" cap="flat" cmpd="sng" algn="ctr">
            <a:solidFill>
              <a:srgbClr val="80808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eaVert" wrap="none" lIns="0" tIns="0" rIns="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100" b="1" kern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  <a:cs typeface="Tahoma" pitchFamily="34" charset="0"/>
              </a:rPr>
              <a:t>정</a:t>
            </a:r>
            <a:r>
              <a:rPr lang="ko-KR" altLang="en-US" sz="1100" b="1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  <a:cs typeface="Tahoma" pitchFamily="34" charset="0"/>
              </a:rPr>
              <a:t>제</a:t>
            </a:r>
            <a:endParaRPr kumimoji="0" lang="ko-KR" altLang="en-US" sz="1100" b="1" i="0" u="none" strike="noStrike" kern="0" cap="none" spc="0" normalizeH="0" baseline="0" noProof="0" dirty="0" smtClean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+mn-ea"/>
              <a:ea typeface="+mn-ea"/>
              <a:cs typeface="Tahoma" pitchFamily="34" charset="0"/>
            </a:endParaRPr>
          </a:p>
        </p:txBody>
      </p:sp>
      <p:sp>
        <p:nvSpPr>
          <p:cNvPr id="76" name="오각형 75"/>
          <p:cNvSpPr/>
          <p:nvPr/>
        </p:nvSpPr>
        <p:spPr bwMode="auto">
          <a:xfrm rot="16200000">
            <a:off x="4436308" y="5102260"/>
            <a:ext cx="573830" cy="317935"/>
          </a:xfrm>
          <a:prstGeom prst="homePlate">
            <a:avLst/>
          </a:prstGeom>
          <a:solidFill>
            <a:srgbClr val="FFFFFF">
              <a:lumMod val="85000"/>
            </a:srgbClr>
          </a:solidFill>
          <a:ln w="9525" cap="flat" cmpd="sng" algn="ctr">
            <a:solidFill>
              <a:srgbClr val="80808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eaVert" wrap="none" lIns="0" tIns="0" rIns="0" bIns="45720" numCol="1" rtlCol="0" anchor="ctr" anchorCtr="0" compatLnSpc="1">
            <a:prstTxWarp prst="textNoShape">
              <a:avLst/>
            </a:prstTxWarp>
          </a:bodyPr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</a:pPr>
            <a:r>
              <a:rPr lang="ko-KR" altLang="en-US" sz="1100" b="1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  <a:cs typeface="Tahoma" pitchFamily="34" charset="0"/>
              </a:rPr>
              <a:t>요약</a:t>
            </a:r>
          </a:p>
        </p:txBody>
      </p:sp>
      <p:sp>
        <p:nvSpPr>
          <p:cNvPr id="77" name="직사각형 76"/>
          <p:cNvSpPr/>
          <p:nvPr/>
        </p:nvSpPr>
        <p:spPr>
          <a:xfrm>
            <a:off x="693646" y="1700807"/>
            <a:ext cx="975076" cy="797315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none" lIns="72000" tIns="72000" rIns="72000" bIns="72000" anchor="ctr"/>
          <a:lstStyle/>
          <a:p>
            <a:pPr algn="ctr" latinLnBrk="0">
              <a:spcBef>
                <a:spcPts val="0"/>
              </a:spcBef>
              <a:spcAft>
                <a:spcPts val="0"/>
              </a:spcAft>
              <a:buClr>
                <a:srgbClr val="00677A"/>
              </a:buClr>
            </a:pPr>
            <a:r>
              <a:rPr lang="en-US" altLang="ko-KR" sz="1100" b="1" dirty="0">
                <a:solidFill>
                  <a:srgbClr val="FFFFFF"/>
                </a:solidFill>
                <a:ea typeface="맑은 고딕" panose="020B0503020000020004" pitchFamily="50" charset="-127"/>
              </a:rPr>
              <a:t>Presentation</a:t>
            </a:r>
          </a:p>
          <a:p>
            <a:pPr algn="ctr" latinLnBrk="0">
              <a:spcBef>
                <a:spcPts val="0"/>
              </a:spcBef>
              <a:spcAft>
                <a:spcPts val="0"/>
              </a:spcAft>
              <a:buClr>
                <a:srgbClr val="00677A"/>
              </a:buClr>
            </a:pPr>
            <a:r>
              <a:rPr lang="en-US" altLang="ko-KR" sz="1100" b="1" dirty="0">
                <a:solidFill>
                  <a:srgbClr val="FFFFFF"/>
                </a:solidFill>
                <a:ea typeface="맑은 고딕" panose="020B0503020000020004" pitchFamily="50" charset="-127"/>
              </a:rPr>
              <a:t>Layer</a:t>
            </a:r>
            <a:endParaRPr lang="ko-KR" altLang="en-US" sz="1100" b="1" dirty="0">
              <a:solidFill>
                <a:srgbClr val="FFFFFF"/>
              </a:solidFill>
              <a:ea typeface="맑은 고딕" panose="020B0503020000020004" pitchFamily="50" charset="-127"/>
            </a:endParaRPr>
          </a:p>
        </p:txBody>
      </p:sp>
      <p:sp>
        <p:nvSpPr>
          <p:cNvPr id="78" name="직사각형 77"/>
          <p:cNvSpPr/>
          <p:nvPr/>
        </p:nvSpPr>
        <p:spPr>
          <a:xfrm>
            <a:off x="693646" y="3139328"/>
            <a:ext cx="975076" cy="461665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none" lIns="72000" tIns="72000" rIns="72000" bIns="72000" anchor="ctr"/>
          <a:lstStyle/>
          <a:p>
            <a:pPr algn="ctr" latinLnBrk="0">
              <a:spcBef>
                <a:spcPts val="0"/>
              </a:spcBef>
              <a:spcAft>
                <a:spcPts val="0"/>
              </a:spcAft>
              <a:buClr>
                <a:srgbClr val="00677A"/>
              </a:buClr>
            </a:pPr>
            <a:r>
              <a:rPr lang="en-US" altLang="ko-KR" sz="1100" b="1" dirty="0">
                <a:solidFill>
                  <a:srgbClr val="FFFFFF"/>
                </a:solidFill>
                <a:ea typeface="맑은 고딕" panose="020B0503020000020004" pitchFamily="50" charset="-127"/>
              </a:rPr>
              <a:t>Application</a:t>
            </a:r>
          </a:p>
          <a:p>
            <a:pPr algn="ctr" latinLnBrk="0">
              <a:spcBef>
                <a:spcPts val="0"/>
              </a:spcBef>
              <a:spcAft>
                <a:spcPts val="0"/>
              </a:spcAft>
              <a:buClr>
                <a:srgbClr val="00677A"/>
              </a:buClr>
            </a:pPr>
            <a:r>
              <a:rPr lang="en-US" altLang="ko-KR" sz="1100" b="1" dirty="0">
                <a:solidFill>
                  <a:srgbClr val="FFFFFF"/>
                </a:solidFill>
                <a:ea typeface="맑은 고딕" panose="020B0503020000020004" pitchFamily="50" charset="-127"/>
              </a:rPr>
              <a:t>Layer</a:t>
            </a:r>
            <a:endParaRPr lang="ko-KR" altLang="en-US" sz="1100" b="1" dirty="0">
              <a:solidFill>
                <a:srgbClr val="FFFFFF"/>
              </a:solidFill>
              <a:ea typeface="맑은 고딕" panose="020B0503020000020004" pitchFamily="50" charset="-127"/>
            </a:endParaRPr>
          </a:p>
        </p:txBody>
      </p:sp>
      <p:sp>
        <p:nvSpPr>
          <p:cNvPr id="79" name="직사각형 78"/>
          <p:cNvSpPr/>
          <p:nvPr/>
        </p:nvSpPr>
        <p:spPr>
          <a:xfrm>
            <a:off x="693646" y="4026712"/>
            <a:ext cx="975076" cy="461665"/>
          </a:xfrm>
          <a:prstGeom prst="rect">
            <a:avLst/>
          </a:prstGeom>
          <a:gradFill flip="none" rotWithShape="1">
            <a:gsLst>
              <a:gs pos="0">
                <a:schemeClr val="tx1">
                  <a:lumMod val="65000"/>
                  <a:lumOff val="35000"/>
                  <a:shade val="30000"/>
                  <a:satMod val="115000"/>
                </a:schemeClr>
              </a:gs>
              <a:gs pos="50000">
                <a:schemeClr val="tx1">
                  <a:lumMod val="65000"/>
                  <a:lumOff val="35000"/>
                  <a:shade val="67500"/>
                  <a:satMod val="115000"/>
                </a:schemeClr>
              </a:gs>
              <a:gs pos="100000">
                <a:schemeClr val="tx1">
                  <a:lumMod val="65000"/>
                  <a:lumOff val="35000"/>
                  <a:shade val="100000"/>
                  <a:satMod val="115000"/>
                </a:schemeClr>
              </a:gs>
            </a:gsLst>
            <a:lin ang="13500000" scaled="1"/>
            <a:tileRect/>
          </a:gradFill>
          <a:ln w="9525" cap="flat" cmpd="sng" algn="ctr">
            <a:noFill/>
            <a:prstDash val="solid"/>
            <a:headEnd/>
            <a:tailEnd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wrap="none" lIns="72000" tIns="72000" rIns="72000" bIns="72000" anchor="ctr"/>
          <a:lstStyle/>
          <a:p>
            <a:pPr algn="ctr" latinLnBrk="0">
              <a:spcBef>
                <a:spcPts val="0"/>
              </a:spcBef>
              <a:spcAft>
                <a:spcPts val="0"/>
              </a:spcAft>
              <a:buClr>
                <a:srgbClr val="00677A"/>
              </a:buClr>
            </a:pPr>
            <a:r>
              <a:rPr lang="en-US" altLang="ko-KR" sz="1100" b="1" dirty="0">
                <a:solidFill>
                  <a:srgbClr val="FFFFFF"/>
                </a:solidFill>
                <a:ea typeface="맑은 고딕" panose="020B0503020000020004" pitchFamily="50" charset="-127"/>
              </a:rPr>
              <a:t>DB</a:t>
            </a:r>
          </a:p>
          <a:p>
            <a:pPr algn="ctr" latinLnBrk="0">
              <a:spcBef>
                <a:spcPts val="0"/>
              </a:spcBef>
              <a:spcAft>
                <a:spcPts val="0"/>
              </a:spcAft>
              <a:buClr>
                <a:srgbClr val="00677A"/>
              </a:buClr>
            </a:pPr>
            <a:r>
              <a:rPr lang="en-US" altLang="ko-KR" sz="1100" b="1" dirty="0">
                <a:solidFill>
                  <a:srgbClr val="FFFFFF"/>
                </a:solidFill>
                <a:ea typeface="맑은 고딕" panose="020B0503020000020004" pitchFamily="50" charset="-127"/>
              </a:rPr>
              <a:t>Layer</a:t>
            </a:r>
            <a:endParaRPr lang="ko-KR" altLang="en-US" sz="1100" b="1" dirty="0">
              <a:solidFill>
                <a:srgbClr val="FFFFFF"/>
              </a:solidFill>
              <a:ea typeface="맑은 고딕" panose="020B0503020000020004" pitchFamily="50" charset="-127"/>
            </a:endParaRPr>
          </a:p>
        </p:txBody>
      </p:sp>
      <p:sp>
        <p:nvSpPr>
          <p:cNvPr id="80" name="직사각형 79"/>
          <p:cNvSpPr/>
          <p:nvPr/>
        </p:nvSpPr>
        <p:spPr>
          <a:xfrm>
            <a:off x="693646" y="5035221"/>
            <a:ext cx="975076" cy="461665"/>
          </a:xfrm>
          <a:prstGeom prst="rect">
            <a:avLst/>
          </a:prstGeom>
          <a:gradFill flip="none" rotWithShape="1">
            <a:gsLst>
              <a:gs pos="0">
                <a:schemeClr val="tx1">
                  <a:lumMod val="65000"/>
                  <a:lumOff val="35000"/>
                  <a:shade val="30000"/>
                  <a:satMod val="115000"/>
                </a:schemeClr>
              </a:gs>
              <a:gs pos="50000">
                <a:schemeClr val="tx1">
                  <a:lumMod val="65000"/>
                  <a:lumOff val="35000"/>
                  <a:shade val="67500"/>
                  <a:satMod val="115000"/>
                </a:schemeClr>
              </a:gs>
              <a:gs pos="100000">
                <a:schemeClr val="tx1">
                  <a:lumMod val="65000"/>
                  <a:lumOff val="35000"/>
                  <a:shade val="100000"/>
                  <a:satMod val="115000"/>
                </a:schemeClr>
              </a:gs>
            </a:gsLst>
            <a:lin ang="13500000" scaled="1"/>
            <a:tileRect/>
          </a:gradFill>
          <a:ln w="9525" cap="flat" cmpd="sng" algn="ctr">
            <a:noFill/>
            <a:prstDash val="solid"/>
            <a:headEnd/>
            <a:tailEnd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wrap="none" lIns="72000" tIns="72000" rIns="72000" bIns="72000" anchor="ctr"/>
          <a:lstStyle/>
          <a:p>
            <a:pPr algn="ctr" latinLnBrk="0">
              <a:spcBef>
                <a:spcPts val="0"/>
              </a:spcBef>
              <a:spcAft>
                <a:spcPts val="0"/>
              </a:spcAft>
              <a:buClr>
                <a:srgbClr val="00677A"/>
              </a:buClr>
            </a:pPr>
            <a:r>
              <a:rPr lang="en-US" altLang="ko-KR" sz="1100" b="1" dirty="0">
                <a:solidFill>
                  <a:srgbClr val="FFFFFF"/>
                </a:solidFill>
                <a:ea typeface="맑은 고딕" panose="020B0503020000020004" pitchFamily="50" charset="-127"/>
              </a:rPr>
              <a:t>Interface</a:t>
            </a:r>
          </a:p>
          <a:p>
            <a:pPr algn="ctr" latinLnBrk="0">
              <a:spcBef>
                <a:spcPts val="0"/>
              </a:spcBef>
              <a:spcAft>
                <a:spcPts val="0"/>
              </a:spcAft>
              <a:buClr>
                <a:srgbClr val="00677A"/>
              </a:buClr>
            </a:pPr>
            <a:r>
              <a:rPr lang="en-US" altLang="ko-KR" sz="1100" b="1" dirty="0">
                <a:solidFill>
                  <a:srgbClr val="FFFFFF"/>
                </a:solidFill>
                <a:ea typeface="맑은 고딕" panose="020B0503020000020004" pitchFamily="50" charset="-127"/>
              </a:rPr>
              <a:t>Layer</a:t>
            </a:r>
            <a:endParaRPr lang="ko-KR" altLang="en-US" sz="1100" b="1" dirty="0">
              <a:solidFill>
                <a:srgbClr val="FFFFFF"/>
              </a:solidFill>
              <a:ea typeface="맑은 고딕" panose="020B0503020000020004" pitchFamily="50" charset="-127"/>
            </a:endParaRPr>
          </a:p>
        </p:txBody>
      </p:sp>
      <p:sp>
        <p:nvSpPr>
          <p:cNvPr id="82" name="모서리가 둥근 직사각형 81"/>
          <p:cNvSpPr/>
          <p:nvPr/>
        </p:nvSpPr>
        <p:spPr bwMode="auto">
          <a:xfrm>
            <a:off x="2483770" y="6034353"/>
            <a:ext cx="1040263" cy="297482"/>
          </a:xfrm>
          <a:prstGeom prst="roundRect">
            <a:avLst/>
          </a:prstGeom>
          <a:solidFill>
            <a:srgbClr val="FFFFFF">
              <a:lumMod val="95000"/>
            </a:srgbClr>
          </a:solidFill>
          <a:ln w="9525" cap="flat" cmpd="sng" algn="ctr">
            <a:solidFill>
              <a:srgbClr val="000000">
                <a:lumMod val="65000"/>
                <a:lumOff val="35000"/>
              </a:srgbClr>
            </a:solidFill>
            <a:prstDash val="solid"/>
            <a:round/>
            <a:headEnd type="none" w="med" len="med"/>
            <a:tailEnd type="triangl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108000" tIns="0" rIns="36000" anchor="ctr"/>
          <a:lstStyle/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1" kern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  <a:cs typeface="Tahoma" pitchFamily="34" charset="0"/>
              </a:rPr>
              <a:t>ERP</a:t>
            </a:r>
            <a:endParaRPr kumimoji="0" lang="ko-KR" altLang="en-US" sz="1200" b="1" i="0" u="none" strike="noStrike" kern="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+mn-ea"/>
              <a:ea typeface="+mn-ea"/>
              <a:cs typeface="Tahoma" pitchFamily="34" charset="0"/>
            </a:endParaRPr>
          </a:p>
        </p:txBody>
      </p:sp>
      <p:pic>
        <p:nvPicPr>
          <p:cNvPr id="83" name="Picture 122" descr="\\Eric-pauls-power-mac-g5.local\desktop\Graphic Tank\screen 2.tif"/>
          <p:cNvPicPr>
            <a:picLocks noChangeAspect="1" noChangeArrowheads="1"/>
          </p:cNvPicPr>
          <p:nvPr/>
        </p:nvPicPr>
        <p:blipFill>
          <a:blip r:embed="rId3" cstate="print"/>
          <a:srcRect l="4149" t="30129" r="56764" b="9018"/>
          <a:stretch>
            <a:fillRect/>
          </a:stretch>
        </p:blipFill>
        <p:spPr bwMode="auto">
          <a:xfrm>
            <a:off x="2483768" y="6133492"/>
            <a:ext cx="371211" cy="198344"/>
          </a:xfrm>
          <a:prstGeom prst="rect">
            <a:avLst/>
          </a:prstGeom>
          <a:noFill/>
          <a:ln w="9525">
            <a:solidFill>
              <a:srgbClr val="FFFFFF">
                <a:lumMod val="50000"/>
              </a:srgbClr>
            </a:solidFill>
            <a:miter lim="800000"/>
            <a:headEnd/>
            <a:tailEnd/>
          </a:ln>
        </p:spPr>
      </p:pic>
      <p:sp>
        <p:nvSpPr>
          <p:cNvPr id="84" name="모서리가 둥근 직사각형 83"/>
          <p:cNvSpPr/>
          <p:nvPr/>
        </p:nvSpPr>
        <p:spPr bwMode="auto">
          <a:xfrm>
            <a:off x="3744176" y="6033573"/>
            <a:ext cx="1040263" cy="297482"/>
          </a:xfrm>
          <a:prstGeom prst="roundRect">
            <a:avLst/>
          </a:prstGeom>
          <a:solidFill>
            <a:srgbClr val="FFFFFF">
              <a:lumMod val="95000"/>
            </a:srgbClr>
          </a:solidFill>
          <a:ln w="9525" cap="flat" cmpd="sng" algn="ctr">
            <a:solidFill>
              <a:srgbClr val="000000">
                <a:lumMod val="65000"/>
                <a:lumOff val="35000"/>
              </a:srgbClr>
            </a:solidFill>
            <a:prstDash val="solid"/>
            <a:round/>
            <a:headEnd type="none" w="med" len="med"/>
            <a:tailEnd type="triangl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108000" tIns="0" rIns="36000" anchor="ctr"/>
          <a:lstStyle/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n-ea"/>
                <a:ea typeface="+mn-ea"/>
                <a:cs typeface="Tahoma" pitchFamily="34" charset="0"/>
              </a:rPr>
              <a:t> Legacy</a:t>
            </a:r>
            <a:endParaRPr kumimoji="0" lang="ko-KR" altLang="en-US" sz="1200" b="1" i="0" u="none" strike="noStrike" kern="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+mn-ea"/>
              <a:ea typeface="+mn-ea"/>
              <a:cs typeface="Tahoma" pitchFamily="34" charset="0"/>
            </a:endParaRPr>
          </a:p>
        </p:txBody>
      </p:sp>
      <p:pic>
        <p:nvPicPr>
          <p:cNvPr id="85" name="Picture 122" descr="\\Eric-pauls-power-mac-g5.local\desktop\Graphic Tank\screen 2.tif"/>
          <p:cNvPicPr>
            <a:picLocks noChangeAspect="1" noChangeArrowheads="1"/>
          </p:cNvPicPr>
          <p:nvPr/>
        </p:nvPicPr>
        <p:blipFill>
          <a:blip r:embed="rId3" cstate="print"/>
          <a:srcRect l="4149" t="30129" r="56764" b="9018"/>
          <a:stretch>
            <a:fillRect/>
          </a:stretch>
        </p:blipFill>
        <p:spPr bwMode="auto">
          <a:xfrm>
            <a:off x="3744173" y="6132711"/>
            <a:ext cx="371211" cy="198344"/>
          </a:xfrm>
          <a:prstGeom prst="rect">
            <a:avLst/>
          </a:prstGeom>
          <a:noFill/>
          <a:ln w="9525">
            <a:solidFill>
              <a:srgbClr val="FFFFFF">
                <a:lumMod val="50000"/>
              </a:srgbClr>
            </a:solidFill>
            <a:miter lim="800000"/>
            <a:headEnd/>
            <a:tailEnd/>
          </a:ln>
        </p:spPr>
      </p:pic>
      <p:sp>
        <p:nvSpPr>
          <p:cNvPr id="86" name="모서리가 둥근 직사각형 85"/>
          <p:cNvSpPr/>
          <p:nvPr/>
        </p:nvSpPr>
        <p:spPr bwMode="auto">
          <a:xfrm>
            <a:off x="5080097" y="6029222"/>
            <a:ext cx="1098923" cy="297482"/>
          </a:xfrm>
          <a:prstGeom prst="roundRect">
            <a:avLst/>
          </a:prstGeom>
          <a:solidFill>
            <a:srgbClr val="FFFFFF">
              <a:lumMod val="95000"/>
            </a:srgbClr>
          </a:solidFill>
          <a:ln w="9525" cap="flat" cmpd="sng" algn="ctr">
            <a:solidFill>
              <a:srgbClr val="000000">
                <a:lumMod val="65000"/>
                <a:lumOff val="35000"/>
              </a:srgbClr>
            </a:solidFill>
            <a:prstDash val="solid"/>
            <a:round/>
            <a:headEnd type="none" w="med" len="med"/>
            <a:tailEnd type="triangl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108000" tIns="0" rIns="36000" anchor="ctr"/>
          <a:lstStyle/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n-ea"/>
                <a:ea typeface="+mn-ea"/>
                <a:cs typeface="Tahoma" pitchFamily="34" charset="0"/>
              </a:rPr>
              <a:t>외부데이터</a:t>
            </a:r>
            <a:endParaRPr kumimoji="0" lang="ko-KR" altLang="en-US" sz="1000" b="1" i="0" u="none" strike="noStrike" kern="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+mn-ea"/>
              <a:ea typeface="+mn-ea"/>
              <a:cs typeface="Tahoma" pitchFamily="34" charset="0"/>
            </a:endParaRPr>
          </a:p>
        </p:txBody>
      </p:sp>
      <p:pic>
        <p:nvPicPr>
          <p:cNvPr id="87" name="Picture 122" descr="\\Eric-pauls-power-mac-g5.local\desktop\Graphic Tank\screen 2.tif"/>
          <p:cNvPicPr>
            <a:picLocks noChangeAspect="1" noChangeArrowheads="1"/>
          </p:cNvPicPr>
          <p:nvPr/>
        </p:nvPicPr>
        <p:blipFill>
          <a:blip r:embed="rId3" cstate="print"/>
          <a:srcRect l="4149" t="30129" r="56764" b="9018"/>
          <a:stretch>
            <a:fillRect/>
          </a:stretch>
        </p:blipFill>
        <p:spPr bwMode="auto">
          <a:xfrm>
            <a:off x="5080095" y="6128360"/>
            <a:ext cx="371211" cy="198344"/>
          </a:xfrm>
          <a:prstGeom prst="rect">
            <a:avLst/>
          </a:prstGeom>
          <a:noFill/>
          <a:ln w="9525">
            <a:solidFill>
              <a:srgbClr val="FFFFFF">
                <a:lumMod val="50000"/>
              </a:srgbClr>
            </a:solidFill>
            <a:miter lim="800000"/>
            <a:headEnd/>
            <a:tailEnd/>
          </a:ln>
        </p:spPr>
      </p:pic>
      <p:sp>
        <p:nvSpPr>
          <p:cNvPr id="91" name="직사각형 90"/>
          <p:cNvSpPr/>
          <p:nvPr/>
        </p:nvSpPr>
        <p:spPr bwMode="auto">
          <a:xfrm>
            <a:off x="1764347" y="5931682"/>
            <a:ext cx="4560743" cy="521654"/>
          </a:xfrm>
          <a:prstGeom prst="rect">
            <a:avLst/>
          </a:prstGeom>
          <a:noFill/>
          <a:ln w="3175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200" b="0" i="0" u="none" strike="noStrike" kern="0" cap="none" spc="0" normalizeH="0" baseline="0" noProof="0" dirty="0" smtClean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+mn-ea"/>
              <a:ea typeface="+mn-ea"/>
              <a:cs typeface="Tahoma" pitchFamily="34" charset="0"/>
              <a:sym typeface="Wingdings" pitchFamily="2" charset="2"/>
            </a:endParaRPr>
          </a:p>
        </p:txBody>
      </p:sp>
      <p:sp>
        <p:nvSpPr>
          <p:cNvPr id="95" name="TextBox 94"/>
          <p:cNvSpPr txBox="1"/>
          <p:nvPr/>
        </p:nvSpPr>
        <p:spPr>
          <a:xfrm>
            <a:off x="1981413" y="5008108"/>
            <a:ext cx="559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b="1" kern="0" dirty="0" smtClean="0">
                <a:latin typeface="+mn-ea"/>
                <a:ea typeface="+mn-ea"/>
                <a:cs typeface="Tahoma" pitchFamily="34" charset="0"/>
              </a:rPr>
              <a:t>ETL</a:t>
            </a:r>
            <a:endParaRPr kumimoji="0" lang="en-US" altLang="ko-KR" sz="1200" b="1" i="0" u="none" strike="noStrike" kern="0" cap="none" spc="0" normalizeH="0" baseline="0" noProof="0" dirty="0" smtClean="0">
              <a:ln>
                <a:noFill/>
              </a:ln>
              <a:effectLst/>
              <a:uLnTx/>
              <a:uFillTx/>
              <a:latin typeface="+mn-ea"/>
              <a:ea typeface="+mn-ea"/>
              <a:cs typeface="Tahoma" pitchFamily="34" charset="0"/>
            </a:endParaRPr>
          </a:p>
        </p:txBody>
      </p:sp>
      <p:pic>
        <p:nvPicPr>
          <p:cNvPr id="88" name="Picture 42" descr="gear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732315" y="5059568"/>
            <a:ext cx="338738" cy="3493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8" name="Picture 42" descr="gear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998495" y="5128146"/>
            <a:ext cx="338738" cy="3493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7" name="모서리가 둥근 직사각형 56"/>
          <p:cNvSpPr/>
          <p:nvPr/>
        </p:nvSpPr>
        <p:spPr bwMode="auto">
          <a:xfrm>
            <a:off x="6012160" y="2900662"/>
            <a:ext cx="2448272" cy="1824482"/>
          </a:xfrm>
          <a:prstGeom prst="roundRect">
            <a:avLst>
              <a:gd name="adj" fmla="val 5550"/>
            </a:avLst>
          </a:prstGeom>
          <a:solidFill>
            <a:srgbClr val="A91F24"/>
          </a:solidFill>
          <a:ln w="6350">
            <a:noFill/>
            <a:miter lim="800000"/>
            <a:headEnd/>
            <a:tailEnd/>
          </a:ln>
          <a:effectLst>
            <a:outerShdw blurRad="63500" dist="23000" dir="5400000" rotWithShape="0">
              <a:srgbClr val="000000">
                <a:alpha val="34999"/>
              </a:srgbClr>
            </a:outerShdw>
          </a:effectLst>
        </p:spPr>
        <p:txBody>
          <a:bodyPr anchor="t"/>
          <a:lstStyle/>
          <a:p>
            <a:pPr algn="ctr"/>
            <a:r>
              <a:rPr lang="en-US" altLang="ko-KR" sz="1200" b="1" kern="0" dirty="0">
                <a:solidFill>
                  <a:sysClr val="window" lastClr="FFFFFF"/>
                </a:solidFill>
                <a:ea typeface="맑은 고딕" panose="020B0503020000020004" pitchFamily="50" charset="-127"/>
              </a:rPr>
              <a:t>BI MATRIX</a:t>
            </a:r>
            <a:endParaRPr lang="ko-KR" altLang="en-US" sz="1200" b="1" kern="0" dirty="0">
              <a:solidFill>
                <a:sysClr val="window" lastClr="FFFFFF"/>
              </a:solidFill>
              <a:ea typeface="맑은 고딕" panose="020B0503020000020004" pitchFamily="50" charset="-127"/>
            </a:endParaRPr>
          </a:p>
        </p:txBody>
      </p:sp>
      <p:sp>
        <p:nvSpPr>
          <p:cNvPr id="66" name="Rectangle 44"/>
          <p:cNvSpPr>
            <a:spLocks noChangeArrowheads="1"/>
          </p:cNvSpPr>
          <p:nvPr/>
        </p:nvSpPr>
        <p:spPr bwMode="auto">
          <a:xfrm>
            <a:off x="7200408" y="3349542"/>
            <a:ext cx="1044000" cy="295482"/>
          </a:xfrm>
          <a:prstGeom prst="rect">
            <a:avLst/>
          </a:prstGeom>
          <a:gradFill flip="none" rotWithShape="1">
            <a:gsLst>
              <a:gs pos="0">
                <a:schemeClr val="tx1">
                  <a:lumMod val="50000"/>
                  <a:lumOff val="50000"/>
                  <a:shade val="30000"/>
                  <a:satMod val="115000"/>
                </a:schemeClr>
              </a:gs>
              <a:gs pos="50000">
                <a:schemeClr val="tx1">
                  <a:lumMod val="50000"/>
                  <a:lumOff val="50000"/>
                  <a:shade val="67500"/>
                  <a:satMod val="115000"/>
                </a:schemeClr>
              </a:gs>
              <a:gs pos="100000">
                <a:schemeClr val="tx1">
                  <a:lumMod val="50000"/>
                  <a:lumOff val="50000"/>
                  <a:shade val="100000"/>
                  <a:satMod val="115000"/>
                </a:schemeClr>
              </a:gs>
            </a:gsLst>
            <a:lin ang="13500000" scaled="1"/>
            <a:tileRect/>
          </a:gradFill>
          <a:ln w="9525" cap="flat" cmpd="sng" algn="ctr">
            <a:noFill/>
            <a:prstDash val="solid"/>
            <a:headEnd/>
            <a:tailEnd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wrap="none" lIns="72000" tIns="72000" rIns="72000" bIns="72000" anchor="ctr"/>
          <a:lstStyle/>
          <a:p>
            <a:pPr algn="ctr" latinLnBrk="0">
              <a:spcBef>
                <a:spcPct val="50000"/>
              </a:spcBef>
              <a:spcAft>
                <a:spcPct val="10000"/>
              </a:spcAft>
              <a:buClr>
                <a:srgbClr val="00677A"/>
              </a:buClr>
            </a:pPr>
            <a:r>
              <a:rPr lang="en-US" altLang="ko-KR" sz="1200" b="1" dirty="0">
                <a:solidFill>
                  <a:srgbClr val="FFFFFF"/>
                </a:solidFill>
                <a:ea typeface="맑은 고딕" panose="020B0503020000020004" pitchFamily="50" charset="-127"/>
              </a:rPr>
              <a:t>i-MATRIX</a:t>
            </a:r>
          </a:p>
        </p:txBody>
      </p:sp>
      <p:sp>
        <p:nvSpPr>
          <p:cNvPr id="67" name="Rectangle 44"/>
          <p:cNvSpPr>
            <a:spLocks noChangeArrowheads="1"/>
          </p:cNvSpPr>
          <p:nvPr/>
        </p:nvSpPr>
        <p:spPr bwMode="auto">
          <a:xfrm>
            <a:off x="7200408" y="4233436"/>
            <a:ext cx="1044000" cy="275684"/>
          </a:xfrm>
          <a:prstGeom prst="rect">
            <a:avLst/>
          </a:prstGeom>
          <a:gradFill flip="none" rotWithShape="1">
            <a:gsLst>
              <a:gs pos="0">
                <a:schemeClr val="tx1">
                  <a:lumMod val="50000"/>
                  <a:lumOff val="50000"/>
                  <a:shade val="30000"/>
                  <a:satMod val="115000"/>
                </a:schemeClr>
              </a:gs>
              <a:gs pos="50000">
                <a:schemeClr val="tx1">
                  <a:lumMod val="50000"/>
                  <a:lumOff val="50000"/>
                  <a:shade val="67500"/>
                  <a:satMod val="115000"/>
                </a:schemeClr>
              </a:gs>
              <a:gs pos="100000">
                <a:schemeClr val="tx1">
                  <a:lumMod val="50000"/>
                  <a:lumOff val="50000"/>
                  <a:shade val="100000"/>
                  <a:satMod val="115000"/>
                </a:schemeClr>
              </a:gs>
            </a:gsLst>
            <a:lin ang="13500000" scaled="1"/>
            <a:tileRect/>
          </a:gradFill>
          <a:ln w="9525" cap="flat" cmpd="sng" algn="ctr">
            <a:noFill/>
            <a:prstDash val="solid"/>
            <a:headEnd/>
            <a:tailEnd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wrap="none" lIns="72000" tIns="72000" rIns="72000" bIns="72000" anchor="ctr"/>
          <a:lstStyle/>
          <a:p>
            <a:pPr algn="ctr" latinLnBrk="0">
              <a:spcBef>
                <a:spcPct val="50000"/>
              </a:spcBef>
              <a:spcAft>
                <a:spcPct val="10000"/>
              </a:spcAft>
              <a:buClr>
                <a:srgbClr val="00677A"/>
              </a:buClr>
            </a:pPr>
            <a:r>
              <a:rPr lang="en-US" altLang="ko-KR" sz="1200" b="1" smtClean="0">
                <a:solidFill>
                  <a:srgbClr val="FFFFFF"/>
                </a:solidFill>
                <a:ea typeface="맑은 고딕" panose="020B0503020000020004" pitchFamily="50" charset="-127"/>
              </a:rPr>
              <a:t>i-META</a:t>
            </a:r>
            <a:endParaRPr lang="en-US" altLang="ko-KR" sz="1200" b="1" dirty="0">
              <a:solidFill>
                <a:srgbClr val="FFFFFF"/>
              </a:solidFill>
              <a:ea typeface="맑은 고딕" panose="020B0503020000020004" pitchFamily="50" charset="-127"/>
            </a:endParaRPr>
          </a:p>
        </p:txBody>
      </p:sp>
      <p:sp>
        <p:nvSpPr>
          <p:cNvPr id="119" name="Rectangle 44"/>
          <p:cNvSpPr>
            <a:spLocks noChangeArrowheads="1"/>
          </p:cNvSpPr>
          <p:nvPr/>
        </p:nvSpPr>
        <p:spPr bwMode="auto">
          <a:xfrm>
            <a:off x="7200408" y="3791489"/>
            <a:ext cx="1044000" cy="295482"/>
          </a:xfrm>
          <a:prstGeom prst="rect">
            <a:avLst/>
          </a:prstGeom>
          <a:gradFill flip="none" rotWithShape="1">
            <a:gsLst>
              <a:gs pos="0">
                <a:schemeClr val="tx1">
                  <a:lumMod val="50000"/>
                  <a:lumOff val="50000"/>
                  <a:shade val="30000"/>
                  <a:satMod val="115000"/>
                </a:schemeClr>
              </a:gs>
              <a:gs pos="50000">
                <a:schemeClr val="tx1">
                  <a:lumMod val="50000"/>
                  <a:lumOff val="50000"/>
                  <a:shade val="67500"/>
                  <a:satMod val="115000"/>
                </a:schemeClr>
              </a:gs>
              <a:gs pos="100000">
                <a:schemeClr val="tx1">
                  <a:lumMod val="50000"/>
                  <a:lumOff val="50000"/>
                  <a:shade val="100000"/>
                  <a:satMod val="115000"/>
                </a:schemeClr>
              </a:gs>
            </a:gsLst>
            <a:lin ang="13500000" scaled="1"/>
            <a:tileRect/>
          </a:gradFill>
          <a:ln w="9525" cap="flat" cmpd="sng" algn="ctr">
            <a:noFill/>
            <a:prstDash val="solid"/>
            <a:headEnd/>
            <a:tailEnd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wrap="none" lIns="72000" tIns="72000" rIns="72000" bIns="72000" anchor="ctr"/>
          <a:lstStyle/>
          <a:p>
            <a:pPr algn="ctr" latinLnBrk="0">
              <a:spcBef>
                <a:spcPct val="50000"/>
              </a:spcBef>
              <a:spcAft>
                <a:spcPct val="10000"/>
              </a:spcAft>
              <a:buClr>
                <a:srgbClr val="00677A"/>
              </a:buClr>
            </a:pPr>
            <a:r>
              <a:rPr lang="en-US" altLang="ko-KR" sz="1200" b="1" dirty="0">
                <a:solidFill>
                  <a:srgbClr val="FFFFFF"/>
                </a:solidFill>
                <a:ea typeface="맑은 고딕" panose="020B0503020000020004" pitchFamily="50" charset="-127"/>
              </a:rPr>
              <a:t>i-CANVAS</a:t>
            </a:r>
          </a:p>
        </p:txBody>
      </p:sp>
      <p:sp>
        <p:nvSpPr>
          <p:cNvPr id="59" name="모서리가 둥근 직사각형 58"/>
          <p:cNvSpPr/>
          <p:nvPr/>
        </p:nvSpPr>
        <p:spPr bwMode="auto">
          <a:xfrm>
            <a:off x="1759309" y="3009624"/>
            <a:ext cx="3676788" cy="1608458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 cap="flat" cmpd="sng" algn="ctr">
            <a:solidFill>
              <a:srgbClr val="FFFFFF">
                <a:lumMod val="75000"/>
              </a:srgbClr>
            </a:solidFill>
            <a:prstDash val="solid"/>
          </a:ln>
          <a:effectLst>
            <a:outerShdw blurRad="50800" dist="38100" dir="2700000" algn="tl" rotWithShape="0">
              <a:prstClr val="black">
                <a:alpha val="11000"/>
              </a:prstClr>
            </a:outerShdw>
          </a:effectLst>
        </p:spPr>
        <p:txBody>
          <a:bodyPr anchor="ctr"/>
          <a:lstStyle/>
          <a:p>
            <a:pPr latinLnBrk="0">
              <a:lnSpc>
                <a:spcPct val="150000"/>
              </a:lnSpc>
            </a:pPr>
            <a:r>
              <a:rPr lang="en-US" altLang="ko-KR" sz="1100" smtClean="0">
                <a:solidFill>
                  <a:prstClr val="black"/>
                </a:solidFill>
                <a:ea typeface="맑은 고딕" panose="020B0503020000020004" pitchFamily="50" charset="-127"/>
              </a:rPr>
              <a:t>EDW</a:t>
            </a:r>
          </a:p>
          <a:p>
            <a:pPr latinLnBrk="0">
              <a:lnSpc>
                <a:spcPct val="150000"/>
              </a:lnSpc>
            </a:pPr>
            <a:endParaRPr lang="en-US" altLang="ko-KR" sz="1100" smtClean="0">
              <a:solidFill>
                <a:prstClr val="black"/>
              </a:solidFill>
              <a:ea typeface="맑은 고딕" panose="020B0503020000020004" pitchFamily="50" charset="-127"/>
            </a:endParaRPr>
          </a:p>
          <a:p>
            <a:pPr latinLnBrk="0">
              <a:lnSpc>
                <a:spcPct val="150000"/>
              </a:lnSpc>
            </a:pPr>
            <a:endParaRPr lang="en-US" altLang="ko-KR" sz="1100" smtClean="0">
              <a:solidFill>
                <a:prstClr val="black"/>
              </a:solidFill>
              <a:ea typeface="맑은 고딕" panose="020B0503020000020004" pitchFamily="50" charset="-127"/>
            </a:endParaRPr>
          </a:p>
          <a:p>
            <a:pPr latinLnBrk="0">
              <a:lnSpc>
                <a:spcPct val="150000"/>
              </a:lnSpc>
            </a:pPr>
            <a:endParaRPr lang="en-US" altLang="ko-KR" sz="1100" smtClean="0">
              <a:solidFill>
                <a:prstClr val="black"/>
              </a:solidFill>
              <a:ea typeface="맑은 고딕" panose="020B0503020000020004" pitchFamily="50" charset="-127"/>
            </a:endParaRPr>
          </a:p>
          <a:p>
            <a:pPr latinLnBrk="0">
              <a:lnSpc>
                <a:spcPct val="150000"/>
              </a:lnSpc>
            </a:pPr>
            <a:endParaRPr lang="en-US" altLang="ko-KR" sz="1100" smtClean="0">
              <a:solidFill>
                <a:prstClr val="black"/>
              </a:solidFill>
              <a:ea typeface="맑은 고딕" panose="020B0503020000020004" pitchFamily="50" charset="-127"/>
            </a:endParaRPr>
          </a:p>
          <a:p>
            <a:pPr latinLnBrk="0">
              <a:lnSpc>
                <a:spcPct val="150000"/>
              </a:lnSpc>
            </a:pPr>
            <a:endParaRPr lang="en-US" altLang="ko-KR" sz="1100" dirty="0">
              <a:solidFill>
                <a:prstClr val="black"/>
              </a:solidFill>
              <a:ea typeface="맑은 고딕" panose="020B0503020000020004" pitchFamily="50" charset="-127"/>
            </a:endParaRPr>
          </a:p>
        </p:txBody>
      </p:sp>
      <p:pic>
        <p:nvPicPr>
          <p:cNvPr id="107" name="Picture 14" descr="database"/>
          <p:cNvPicPr>
            <a:picLocks noChangeAspect="1" noChangeArrowheads="1"/>
          </p:cNvPicPr>
          <p:nvPr/>
        </p:nvPicPr>
        <p:blipFill>
          <a:blip r:embed="rId5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3298120" y="3381729"/>
            <a:ext cx="619074" cy="265203"/>
          </a:xfrm>
          <a:prstGeom prst="rect">
            <a:avLst/>
          </a:prstGeom>
          <a:noFill/>
        </p:spPr>
      </p:pic>
      <p:pic>
        <p:nvPicPr>
          <p:cNvPr id="108" name="Picture 14" descr="database"/>
          <p:cNvPicPr>
            <a:picLocks noChangeAspect="1" noChangeArrowheads="1"/>
          </p:cNvPicPr>
          <p:nvPr/>
        </p:nvPicPr>
        <p:blipFill>
          <a:blip r:embed="rId5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3511645" y="3671320"/>
            <a:ext cx="619074" cy="265203"/>
          </a:xfrm>
          <a:prstGeom prst="rect">
            <a:avLst/>
          </a:prstGeom>
          <a:noFill/>
        </p:spPr>
      </p:pic>
      <p:pic>
        <p:nvPicPr>
          <p:cNvPr id="109" name="Picture 14" descr="database"/>
          <p:cNvPicPr>
            <a:picLocks noChangeAspect="1" noChangeArrowheads="1"/>
          </p:cNvPicPr>
          <p:nvPr/>
        </p:nvPicPr>
        <p:blipFill>
          <a:blip r:embed="rId5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3275856" y="3857996"/>
            <a:ext cx="619074" cy="265203"/>
          </a:xfrm>
          <a:prstGeom prst="rect">
            <a:avLst/>
          </a:prstGeom>
          <a:noFill/>
        </p:spPr>
      </p:pic>
      <p:sp>
        <p:nvSpPr>
          <p:cNvPr id="110" name="TextBox 109"/>
          <p:cNvSpPr txBox="1"/>
          <p:nvPr/>
        </p:nvSpPr>
        <p:spPr>
          <a:xfrm>
            <a:off x="2273348" y="4290768"/>
            <a:ext cx="45236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000" b="1" kern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  <a:cs typeface="Tahoma" pitchFamily="34" charset="0"/>
              </a:rPr>
              <a:t>ODS</a:t>
            </a:r>
            <a:endParaRPr kumimoji="0" lang="ko-KR" altLang="en-US" sz="1000" b="1" i="0" u="none" strike="noStrike" kern="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+mn-ea"/>
              <a:ea typeface="+mn-ea"/>
              <a:cs typeface="Tahoma" pitchFamily="34" charset="0"/>
            </a:endParaRPr>
          </a:p>
        </p:txBody>
      </p:sp>
      <p:sp>
        <p:nvSpPr>
          <p:cNvPr id="111" name="TextBox 110"/>
          <p:cNvSpPr txBox="1"/>
          <p:nvPr/>
        </p:nvSpPr>
        <p:spPr>
          <a:xfrm>
            <a:off x="3469494" y="4290768"/>
            <a:ext cx="41069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n-ea"/>
                <a:ea typeface="+mn-ea"/>
                <a:cs typeface="Tahoma" pitchFamily="34" charset="0"/>
              </a:rPr>
              <a:t>DW</a:t>
            </a:r>
            <a:endParaRPr kumimoji="0" lang="ko-KR" altLang="en-US" sz="1000" b="1" i="0" u="none" strike="noStrike" kern="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+mn-ea"/>
              <a:ea typeface="+mn-ea"/>
              <a:cs typeface="Tahoma" pitchFamily="34" charset="0"/>
            </a:endParaRPr>
          </a:p>
        </p:txBody>
      </p:sp>
      <p:sp>
        <p:nvSpPr>
          <p:cNvPr id="112" name="TextBox 111"/>
          <p:cNvSpPr txBox="1"/>
          <p:nvPr/>
        </p:nvSpPr>
        <p:spPr>
          <a:xfrm>
            <a:off x="4790884" y="4290768"/>
            <a:ext cx="40427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n-ea"/>
                <a:ea typeface="+mn-ea"/>
                <a:cs typeface="Tahoma" pitchFamily="34" charset="0"/>
              </a:rPr>
              <a:t>DM</a:t>
            </a:r>
            <a:endParaRPr kumimoji="0" lang="ko-KR" altLang="en-US" sz="1000" b="1" i="0" u="none" strike="noStrike" kern="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+mn-ea"/>
              <a:ea typeface="+mn-ea"/>
              <a:cs typeface="Tahoma" pitchFamily="34" charset="0"/>
            </a:endParaRPr>
          </a:p>
        </p:txBody>
      </p:sp>
      <p:pic>
        <p:nvPicPr>
          <p:cNvPr id="113" name="Picture 354" descr="DB"/>
          <p:cNvPicPr>
            <a:picLocks noChangeAspect="1" noChangeArrowheads="1"/>
          </p:cNvPicPr>
          <p:nvPr/>
        </p:nvPicPr>
        <p:blipFill>
          <a:blip r:embed="rId6" cstate="print">
            <a:grayscl/>
          </a:blip>
          <a:srcRect l="16884" t="29221" r="16884" b="29399"/>
          <a:stretch>
            <a:fillRect/>
          </a:stretch>
        </p:blipFill>
        <p:spPr bwMode="auto">
          <a:xfrm>
            <a:off x="2267744" y="3304006"/>
            <a:ext cx="463576" cy="2782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4" name="Picture 354" descr="DB"/>
          <p:cNvPicPr>
            <a:picLocks noChangeAspect="1" noChangeArrowheads="1"/>
          </p:cNvPicPr>
          <p:nvPr/>
        </p:nvPicPr>
        <p:blipFill>
          <a:blip r:embed="rId6" cstate="print">
            <a:grayscl/>
          </a:blip>
          <a:srcRect l="16884" t="29221" r="16884" b="29399"/>
          <a:stretch>
            <a:fillRect/>
          </a:stretch>
        </p:blipFill>
        <p:spPr bwMode="auto">
          <a:xfrm>
            <a:off x="2267744" y="3610591"/>
            <a:ext cx="463576" cy="2782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5" name="Picture 354" descr="DB"/>
          <p:cNvPicPr>
            <a:picLocks noChangeAspect="1" noChangeArrowheads="1"/>
          </p:cNvPicPr>
          <p:nvPr/>
        </p:nvPicPr>
        <p:blipFill>
          <a:blip r:embed="rId6" cstate="print">
            <a:grayscl/>
          </a:blip>
          <a:srcRect l="16884" t="29221" r="16884" b="29399"/>
          <a:stretch>
            <a:fillRect/>
          </a:stretch>
        </p:blipFill>
        <p:spPr bwMode="auto">
          <a:xfrm>
            <a:off x="2267744" y="3917177"/>
            <a:ext cx="463576" cy="2782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116" name="직선 연결선 115"/>
          <p:cNvCxnSpPr/>
          <p:nvPr/>
        </p:nvCxnSpPr>
        <p:spPr>
          <a:xfrm>
            <a:off x="2972274" y="3144401"/>
            <a:ext cx="0" cy="1406274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직선 연결선 116"/>
          <p:cNvCxnSpPr/>
          <p:nvPr/>
        </p:nvCxnSpPr>
        <p:spPr>
          <a:xfrm>
            <a:off x="4249002" y="3174854"/>
            <a:ext cx="0" cy="1406274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3" name="오각형 122"/>
          <p:cNvSpPr/>
          <p:nvPr/>
        </p:nvSpPr>
        <p:spPr bwMode="auto">
          <a:xfrm>
            <a:off x="2915816" y="3373390"/>
            <a:ext cx="238575" cy="983710"/>
          </a:xfrm>
          <a:prstGeom prst="homePlate">
            <a:avLst/>
          </a:prstGeom>
          <a:solidFill>
            <a:srgbClr val="FFFFFF">
              <a:lumMod val="85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54000" tIns="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i="0" u="none" strike="noStrike" kern="0" cap="none" spc="0" normalizeH="0" baseline="0" noProof="0" dirty="0" smtClean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+mn-ea"/>
              <a:ea typeface="+mn-ea"/>
              <a:cs typeface="Tahoma" pitchFamily="34" charset="0"/>
            </a:endParaRPr>
          </a:p>
        </p:txBody>
      </p:sp>
      <p:sp>
        <p:nvSpPr>
          <p:cNvPr id="125" name="오각형 124"/>
          <p:cNvSpPr/>
          <p:nvPr/>
        </p:nvSpPr>
        <p:spPr bwMode="auto">
          <a:xfrm>
            <a:off x="4180230" y="3381547"/>
            <a:ext cx="238575" cy="983710"/>
          </a:xfrm>
          <a:prstGeom prst="homePlate">
            <a:avLst/>
          </a:prstGeom>
          <a:solidFill>
            <a:srgbClr val="FFFFFF">
              <a:lumMod val="85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54000" tIns="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i="0" u="none" strike="noStrike" kern="0" cap="none" spc="0" normalizeH="0" baseline="0" noProof="0" dirty="0" smtClean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+mn-ea"/>
              <a:ea typeface="+mn-ea"/>
              <a:cs typeface="Tahoma" pitchFamily="34" charset="0"/>
            </a:endParaRPr>
          </a:p>
        </p:txBody>
      </p:sp>
      <p:sp>
        <p:nvSpPr>
          <p:cNvPr id="58" name="모서리가 둥근 직사각형 57"/>
          <p:cNvSpPr/>
          <p:nvPr/>
        </p:nvSpPr>
        <p:spPr bwMode="auto">
          <a:xfrm>
            <a:off x="1759309" y="1700808"/>
            <a:ext cx="6552069" cy="797315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28575" cap="flat" cmpd="sng" algn="ctr">
            <a:solidFill>
              <a:srgbClr val="C00000"/>
            </a:solidFill>
            <a:prstDash val="solid"/>
          </a:ln>
          <a:effectLst>
            <a:outerShdw blurRad="50800" dist="38100" dir="2700000" algn="tl" rotWithShape="0">
              <a:prstClr val="black">
                <a:alpha val="11000"/>
              </a:prstClr>
            </a:outerShdw>
          </a:effectLst>
        </p:spPr>
        <p:txBody>
          <a:bodyPr anchor="ctr"/>
          <a:lstStyle/>
          <a:p>
            <a:pPr latinLnBrk="0">
              <a:lnSpc>
                <a:spcPct val="150000"/>
              </a:lnSpc>
            </a:pPr>
            <a:r>
              <a:rPr lang="en-US" altLang="ko-KR" sz="1100" dirty="0">
                <a:solidFill>
                  <a:prstClr val="black"/>
                </a:solidFill>
                <a:ea typeface="맑은 고딕" panose="020B0503020000020004" pitchFamily="50" charset="-127"/>
              </a:rPr>
              <a:t>User Interface</a:t>
            </a:r>
          </a:p>
          <a:p>
            <a:pPr latinLnBrk="0">
              <a:lnSpc>
                <a:spcPct val="150000"/>
              </a:lnSpc>
            </a:pPr>
            <a:r>
              <a:rPr lang="en-US" altLang="ko-KR" sz="1100" dirty="0">
                <a:solidFill>
                  <a:prstClr val="black"/>
                </a:solidFill>
                <a:ea typeface="맑은 고딕" panose="020B0503020000020004" pitchFamily="50" charset="-127"/>
              </a:rPr>
              <a:t>(</a:t>
            </a:r>
            <a:r>
              <a:rPr lang="ko-KR" altLang="en-US" sz="1100" dirty="0" smtClean="0">
                <a:solidFill>
                  <a:prstClr val="black"/>
                </a:solidFill>
                <a:ea typeface="맑은 고딕" panose="020B0503020000020004" pitchFamily="50" charset="-127"/>
              </a:rPr>
              <a:t>경영진</a:t>
            </a:r>
            <a:r>
              <a:rPr lang="en-US" altLang="ko-KR" sz="1100" dirty="0" smtClean="0">
                <a:solidFill>
                  <a:prstClr val="black"/>
                </a:solidFill>
                <a:ea typeface="맑은 고딕" panose="020B0503020000020004" pitchFamily="50" charset="-127"/>
              </a:rPr>
              <a:t>, </a:t>
            </a:r>
            <a:r>
              <a:rPr lang="ko-KR" altLang="en-US" sz="1100" dirty="0">
                <a:solidFill>
                  <a:prstClr val="black"/>
                </a:solidFill>
                <a:ea typeface="맑은 고딕" panose="020B0503020000020004" pitchFamily="50" charset="-127"/>
              </a:rPr>
              <a:t>일반</a:t>
            </a:r>
            <a:r>
              <a:rPr lang="en-US" altLang="ko-KR" sz="1100" dirty="0">
                <a:solidFill>
                  <a:prstClr val="black"/>
                </a:solidFill>
                <a:ea typeface="맑은 고딕" panose="020B0503020000020004" pitchFamily="50" charset="-127"/>
              </a:rPr>
              <a:t>/</a:t>
            </a:r>
            <a:r>
              <a:rPr lang="ko-KR" altLang="en-US" sz="1100" dirty="0">
                <a:solidFill>
                  <a:prstClr val="black"/>
                </a:solidFill>
                <a:ea typeface="맑은 고딕" panose="020B0503020000020004" pitchFamily="50" charset="-127"/>
              </a:rPr>
              <a:t>파워 사용자</a:t>
            </a:r>
            <a:r>
              <a:rPr lang="en-US" altLang="ko-KR" sz="1100" dirty="0">
                <a:solidFill>
                  <a:prstClr val="black"/>
                </a:solidFill>
                <a:ea typeface="맑은 고딕" panose="020B0503020000020004" pitchFamily="50" charset="-127"/>
              </a:rPr>
              <a:t>)</a:t>
            </a:r>
          </a:p>
        </p:txBody>
      </p:sp>
      <p:pic>
        <p:nvPicPr>
          <p:cNvPr id="71" name="Picture 13" descr="인천공항 받침"/>
          <p:cNvPicPr>
            <a:picLocks noChangeAspect="1" noChangeArrowheads="1"/>
          </p:cNvPicPr>
          <p:nvPr/>
        </p:nvPicPr>
        <p:blipFill>
          <a:blip r:embed="rId7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27248" t="31787" r="26111" b="32924"/>
          <a:stretch>
            <a:fillRect/>
          </a:stretch>
        </p:blipFill>
        <p:spPr bwMode="auto">
          <a:xfrm>
            <a:off x="3491894" y="2064806"/>
            <a:ext cx="395275" cy="2120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2" name="Picture 14" descr="감사원_07"/>
          <p:cNvPicPr>
            <a:picLocks noChangeAspect="1" noChangeArrowheads="1"/>
          </p:cNvPicPr>
          <p:nvPr/>
        </p:nvPicPr>
        <p:blipFill>
          <a:blip r:embed="rId8" cstate="print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3737725" y="1946004"/>
            <a:ext cx="258211" cy="2442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5" name="그룹 4"/>
          <p:cNvGrpSpPr/>
          <p:nvPr/>
        </p:nvGrpSpPr>
        <p:grpSpPr>
          <a:xfrm>
            <a:off x="4182749" y="1795676"/>
            <a:ext cx="883575" cy="712286"/>
            <a:chOff x="4182749" y="1795676"/>
            <a:chExt cx="883575" cy="712286"/>
          </a:xfrm>
        </p:grpSpPr>
        <p:pic>
          <p:nvPicPr>
            <p:cNvPr id="103" name="Picture 2"/>
            <p:cNvPicPr preferRelativeResize="0">
              <a:picLocks noChangeArrowheads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226302" y="1795676"/>
              <a:ext cx="759600" cy="460800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81" name="TextBox 80"/>
            <p:cNvSpPr txBox="1"/>
            <p:nvPr/>
          </p:nvSpPr>
          <p:spPr>
            <a:xfrm>
              <a:off x="4182749" y="2254046"/>
              <a:ext cx="883575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1050" b="1" kern="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  <a:cs typeface="Tahoma" pitchFamily="34" charset="0"/>
                </a:rPr>
                <a:t>Dashboard</a:t>
              </a:r>
              <a:endParaRPr kumimoji="0" lang="ko-KR" altLang="en-US" sz="105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n-ea"/>
                <a:ea typeface="+mn-ea"/>
                <a:cs typeface="Tahoma" pitchFamily="34" charset="0"/>
              </a:endParaRPr>
            </a:p>
          </p:txBody>
        </p:sp>
      </p:grpSp>
      <p:grpSp>
        <p:nvGrpSpPr>
          <p:cNvPr id="6" name="그룹 5"/>
          <p:cNvGrpSpPr/>
          <p:nvPr/>
        </p:nvGrpSpPr>
        <p:grpSpPr>
          <a:xfrm>
            <a:off x="5258922" y="1795676"/>
            <a:ext cx="759600" cy="704290"/>
            <a:chOff x="5217450" y="1795676"/>
            <a:chExt cx="759600" cy="704290"/>
          </a:xfrm>
        </p:grpSpPr>
        <p:pic>
          <p:nvPicPr>
            <p:cNvPr id="105" name="Picture 3"/>
            <p:cNvPicPr preferRelativeResize="0">
              <a:picLocks noChangeArrowheads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17450" y="1795676"/>
              <a:ext cx="759600" cy="4608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97" name="TextBox 96"/>
            <p:cNvSpPr txBox="1"/>
            <p:nvPr/>
          </p:nvSpPr>
          <p:spPr>
            <a:xfrm>
              <a:off x="5298130" y="2246050"/>
              <a:ext cx="619080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1050" b="1" kern="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  <a:cs typeface="Tahoma" pitchFamily="34" charset="0"/>
                </a:rPr>
                <a:t>Report</a:t>
              </a:r>
              <a:endParaRPr kumimoji="0" lang="ko-KR" altLang="en-US" sz="105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n-ea"/>
                <a:ea typeface="+mn-ea"/>
                <a:cs typeface="Tahoma" pitchFamily="34" charset="0"/>
              </a:endParaRPr>
            </a:p>
          </p:txBody>
        </p:sp>
      </p:grpSp>
      <p:grpSp>
        <p:nvGrpSpPr>
          <p:cNvPr id="8" name="그룹 7"/>
          <p:cNvGrpSpPr/>
          <p:nvPr/>
        </p:nvGrpSpPr>
        <p:grpSpPr>
          <a:xfrm>
            <a:off x="6247988" y="1795676"/>
            <a:ext cx="759600" cy="704200"/>
            <a:chOff x="6275370" y="1795676"/>
            <a:chExt cx="759600" cy="704200"/>
          </a:xfrm>
        </p:grpSpPr>
        <p:pic>
          <p:nvPicPr>
            <p:cNvPr id="104" name="Picture 173"/>
            <p:cNvPicPr preferRelativeResize="0">
              <a:picLocks noChangeArrowheads="1"/>
            </p:cNvPicPr>
            <p:nvPr/>
          </p:nvPicPr>
          <p:blipFill>
            <a:blip r:embed="rId11" cstate="print"/>
            <a:srcRect/>
            <a:stretch>
              <a:fillRect/>
            </a:stretch>
          </p:blipFill>
          <p:spPr bwMode="auto">
            <a:xfrm>
              <a:off x="6275370" y="1795676"/>
              <a:ext cx="759600" cy="460800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98" name="TextBox 97"/>
            <p:cNvSpPr txBox="1"/>
            <p:nvPr/>
          </p:nvSpPr>
          <p:spPr>
            <a:xfrm>
              <a:off x="6315173" y="2245960"/>
              <a:ext cx="705642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1050" b="1" kern="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  <a:cs typeface="Tahoma" pitchFamily="34" charset="0"/>
                </a:rPr>
                <a:t>Analysis</a:t>
              </a:r>
              <a:endParaRPr kumimoji="0" lang="ko-KR" altLang="en-US" sz="105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n-ea"/>
                <a:ea typeface="+mn-ea"/>
                <a:cs typeface="Tahoma" pitchFamily="34" charset="0"/>
              </a:endParaRPr>
            </a:p>
          </p:txBody>
        </p:sp>
      </p:grpSp>
      <p:grpSp>
        <p:nvGrpSpPr>
          <p:cNvPr id="9" name="그룹 8"/>
          <p:cNvGrpSpPr/>
          <p:nvPr/>
        </p:nvGrpSpPr>
        <p:grpSpPr>
          <a:xfrm>
            <a:off x="7237053" y="1795676"/>
            <a:ext cx="759600" cy="704200"/>
            <a:chOff x="7237053" y="1795676"/>
            <a:chExt cx="759600" cy="704200"/>
          </a:xfrm>
        </p:grpSpPr>
        <p:pic>
          <p:nvPicPr>
            <p:cNvPr id="127" name="Picture 2" descr="C:\Users\Administrator\Desktop\이름 없음1.png"/>
            <p:cNvPicPr preferRelativeResize="0">
              <a:picLocks noChangeArrowheads="1"/>
            </p:cNvPicPr>
            <p:nvPr/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237053" y="1795676"/>
              <a:ext cx="759600" cy="4608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28" name="TextBox 127"/>
            <p:cNvSpPr txBox="1"/>
            <p:nvPr/>
          </p:nvSpPr>
          <p:spPr>
            <a:xfrm>
              <a:off x="7312122" y="2245960"/>
              <a:ext cx="630301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1050" b="1" kern="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  <a:cs typeface="Tahoma" pitchFamily="34" charset="0"/>
                </a:rPr>
                <a:t>Mobile</a:t>
              </a:r>
              <a:endParaRPr kumimoji="0" lang="ko-KR" altLang="en-US" sz="105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n-ea"/>
                <a:ea typeface="+mn-ea"/>
                <a:cs typeface="Tahoma" pitchFamily="34" charset="0"/>
              </a:endParaRPr>
            </a:p>
          </p:txBody>
        </p:sp>
      </p:grpSp>
      <p:sp>
        <p:nvSpPr>
          <p:cNvPr id="73" name="텍스트 개체 틀 9"/>
          <p:cNvSpPr txBox="1">
            <a:spLocks/>
          </p:cNvSpPr>
          <p:nvPr/>
        </p:nvSpPr>
        <p:spPr>
          <a:xfrm>
            <a:off x="611560" y="1067976"/>
            <a:ext cx="7992888" cy="431701"/>
          </a:xfrm>
          <a:prstGeom prst="rect">
            <a:avLst/>
          </a:prstGeom>
        </p:spPr>
        <p:txBody>
          <a:bodyPr/>
          <a:lstStyle>
            <a:lvl1pPr marL="0" indent="0" fontAlgn="auto">
              <a:lnSpc>
                <a:spcPct val="120000"/>
              </a:lnSpc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 sz="1400" b="1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defRPr>
            </a:lvl1pPr>
            <a:lvl2pPr marL="0" indent="0">
              <a:spcBef>
                <a:spcPct val="20000"/>
              </a:spcBef>
              <a:buFont typeface="Arial" pitchFamily="34" charset="0"/>
              <a:buNone/>
              <a:defRPr sz="1600" b="1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defRPr>
            </a:lvl2pPr>
            <a:lvl3pPr marL="0" indent="0">
              <a:spcBef>
                <a:spcPct val="20000"/>
              </a:spcBef>
              <a:buFont typeface="Arial" pitchFamily="34" charset="0"/>
              <a:buNone/>
              <a:defRPr sz="1600" b="1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defRPr>
            </a:lvl3pPr>
            <a:lvl4pPr marL="0" indent="0">
              <a:spcBef>
                <a:spcPct val="20000"/>
              </a:spcBef>
              <a:buFont typeface="Arial" pitchFamily="34" charset="0"/>
              <a:buNone/>
              <a:defRPr sz="1600" b="1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defRPr>
            </a:lvl4pPr>
            <a:lvl5pPr marL="0" indent="0">
              <a:spcBef>
                <a:spcPct val="20000"/>
              </a:spcBef>
              <a:buFont typeface="Arial" pitchFamily="34" charset="0"/>
              <a:buNone/>
              <a:defRPr sz="1600" b="1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defRPr>
            </a:lvl5pPr>
            <a:lvl6pPr marL="2514600" indent="-228600">
              <a:spcBef>
                <a:spcPct val="20000"/>
              </a:spcBef>
              <a:buFont typeface="Arial" pitchFamily="34" charset="0"/>
              <a:buChar char="•"/>
              <a:defRPr sz="2000">
                <a:latin typeface="+mn-lt"/>
                <a:ea typeface="+mn-ea"/>
              </a:defRPr>
            </a:lvl6pPr>
            <a:lvl7pPr marL="2971800" indent="-228600">
              <a:spcBef>
                <a:spcPct val="20000"/>
              </a:spcBef>
              <a:buFont typeface="Arial" pitchFamily="34" charset="0"/>
              <a:buChar char="•"/>
              <a:defRPr sz="2000">
                <a:latin typeface="+mn-lt"/>
                <a:ea typeface="+mn-ea"/>
              </a:defRPr>
            </a:lvl7pPr>
            <a:lvl8pPr marL="3429000" indent="-228600">
              <a:spcBef>
                <a:spcPct val="20000"/>
              </a:spcBef>
              <a:buFont typeface="Arial" pitchFamily="34" charset="0"/>
              <a:buChar char="•"/>
              <a:defRPr sz="2000">
                <a:latin typeface="+mn-lt"/>
                <a:ea typeface="+mn-ea"/>
              </a:defRPr>
            </a:lvl8pPr>
            <a:lvl9pPr marL="3886200" indent="-228600">
              <a:spcBef>
                <a:spcPct val="20000"/>
              </a:spcBef>
              <a:buFont typeface="Arial" pitchFamily="34" charset="0"/>
              <a:buChar char="•"/>
              <a:defRPr sz="2000">
                <a:latin typeface="+mn-lt"/>
                <a:ea typeface="+mn-ea"/>
              </a:defRPr>
            </a:lvl9pPr>
          </a:lstStyle>
          <a:p>
            <a:r>
              <a:rPr lang="ko-KR" altLang="en-US" sz="1600" u="sng" smtClean="0"/>
              <a:t>데이터와 정보를 활용하여 </a:t>
            </a:r>
            <a:r>
              <a:rPr lang="ko-KR" altLang="en-US" sz="1600" u="sng" dirty="0" smtClean="0"/>
              <a:t>기업경영에 </a:t>
            </a:r>
            <a:r>
              <a:rPr lang="ko-KR" altLang="en-US" sz="1600" u="sng" smtClean="0"/>
              <a:t>필요한 의사결정능력 향상과 성과향상에 기여</a:t>
            </a:r>
            <a:endParaRPr lang="ko-KR" altLang="en-US" sz="1600" u="sng" dirty="0"/>
          </a:p>
        </p:txBody>
      </p:sp>
      <p:sp>
        <p:nvSpPr>
          <p:cNvPr id="92" name="오른쪽 화살표 91"/>
          <p:cNvSpPr/>
          <p:nvPr/>
        </p:nvSpPr>
        <p:spPr bwMode="auto">
          <a:xfrm rot="5400000" flipH="1">
            <a:off x="3512791" y="4022994"/>
            <a:ext cx="269570" cy="1560815"/>
          </a:xfrm>
          <a:prstGeom prst="rightArrow">
            <a:avLst>
              <a:gd name="adj1" fmla="val 64989"/>
              <a:gd name="adj2" fmla="val 75398"/>
            </a:avLst>
          </a:prstGeom>
          <a:gradFill>
            <a:gsLst>
              <a:gs pos="0">
                <a:schemeClr val="bg1"/>
              </a:gs>
              <a:gs pos="50000">
                <a:schemeClr val="bg1">
                  <a:lumMod val="85000"/>
                </a:schemeClr>
              </a:gs>
              <a:gs pos="100000">
                <a:schemeClr val="bg1">
                  <a:lumMod val="75000"/>
                </a:schemeClr>
              </a:gs>
            </a:gsLst>
            <a:lin ang="0" scaled="0"/>
          </a:gra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  <a:buClr>
                <a:srgbClr val="FCAF17"/>
              </a:buClr>
            </a:pPr>
            <a:endParaRPr lang="en-US" altLang="en-US" dirty="0" smtClean="0">
              <a:solidFill>
                <a:prstClr val="black"/>
              </a:solidFill>
              <a:ea typeface="맑은 고딕" panose="020B0503020000020004" pitchFamily="50" charset="-127"/>
            </a:endParaRPr>
          </a:p>
        </p:txBody>
      </p:sp>
      <p:pic>
        <p:nvPicPr>
          <p:cNvPr id="70" name="Picture 3" descr="new-SL"/>
          <p:cNvPicPr>
            <a:picLocks noChangeAspect="1" noChangeArrowheads="1"/>
          </p:cNvPicPr>
          <p:nvPr/>
        </p:nvPicPr>
        <p:blipFill rotWithShape="1">
          <a:blip r:embed="rId13" cstate="print"/>
          <a:srcRect l="76935" t="13971" r="11533" b="57922"/>
          <a:stretch/>
        </p:blipFill>
        <p:spPr bwMode="auto">
          <a:xfrm>
            <a:off x="4463624" y="3356382"/>
            <a:ext cx="654520" cy="5810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0" name="Picture 3" descr="new-SL"/>
          <p:cNvPicPr>
            <a:picLocks noChangeAspect="1" noChangeArrowheads="1"/>
          </p:cNvPicPr>
          <p:nvPr/>
        </p:nvPicPr>
        <p:blipFill rotWithShape="1">
          <a:blip r:embed="rId1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76935" t="13971" r="11533" b="57922"/>
          <a:stretch/>
        </p:blipFill>
        <p:spPr bwMode="auto">
          <a:xfrm>
            <a:off x="4780094" y="3604749"/>
            <a:ext cx="654520" cy="5810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1" name="Picture 3" descr="new-SL"/>
          <p:cNvPicPr>
            <a:picLocks noChangeAspect="1" noChangeArrowheads="1"/>
          </p:cNvPicPr>
          <p:nvPr/>
        </p:nvPicPr>
        <p:blipFill rotWithShape="1">
          <a:blip r:embed="rId1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76935" t="13971" r="11533" b="57922"/>
          <a:stretch/>
        </p:blipFill>
        <p:spPr bwMode="auto">
          <a:xfrm>
            <a:off x="4495331" y="3749001"/>
            <a:ext cx="654520" cy="5810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2" name="Text Box 302"/>
          <p:cNvSpPr txBox="1">
            <a:spLocks noChangeArrowheads="1"/>
          </p:cNvSpPr>
          <p:nvPr/>
        </p:nvSpPr>
        <p:spPr bwMode="auto">
          <a:xfrm>
            <a:off x="5940152" y="4077072"/>
            <a:ext cx="1349157" cy="55399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defPPr>
              <a:defRPr lang="ko-KR"/>
            </a:defPPr>
            <a:lvl1pPr algn="ctr" latinLnBrk="0">
              <a:defRPr sz="1200" b="1">
                <a:solidFill>
                  <a:srgbClr val="000000"/>
                </a:solidFill>
                <a:latin typeface="+mn-ea"/>
              </a:defRPr>
            </a:lvl1pPr>
          </a:lstStyle>
          <a:p>
            <a:r>
              <a:rPr lang="en-US" altLang="ko-KR" sz="1000">
                <a:solidFill>
                  <a:schemeClr val="bg1"/>
                </a:solidFill>
                <a:ea typeface="맑은 고딕" panose="020B0503020000020004" pitchFamily="50" charset="-127"/>
              </a:rPr>
              <a:t>MATRIX </a:t>
            </a:r>
            <a:r>
              <a:rPr lang="en-US" altLang="ko-KR" sz="1000" smtClean="0">
                <a:solidFill>
                  <a:schemeClr val="bg1"/>
                </a:solidFill>
                <a:ea typeface="맑은 고딕" panose="020B0503020000020004" pitchFamily="50" charset="-127"/>
              </a:rPr>
              <a:t>Server</a:t>
            </a:r>
          </a:p>
          <a:p>
            <a:r>
              <a:rPr lang="en-US" altLang="ko-KR" sz="1000" smtClean="0">
                <a:solidFill>
                  <a:schemeClr val="bg1"/>
                </a:solidFill>
                <a:ea typeface="맑은 고딕" panose="020B0503020000020004" pitchFamily="50" charset="-127"/>
              </a:rPr>
              <a:t>i-BIG Server</a:t>
            </a:r>
          </a:p>
          <a:p>
            <a:r>
              <a:rPr lang="en-US" altLang="ko-KR" sz="1000" smtClean="0">
                <a:solidFill>
                  <a:schemeClr val="bg1"/>
                </a:solidFill>
                <a:ea typeface="맑은 고딕" panose="020B0503020000020004" pitchFamily="50" charset="-127"/>
              </a:rPr>
              <a:t>i-META Server</a:t>
            </a:r>
            <a:endParaRPr lang="en-US" altLang="ko-KR" sz="1000" dirty="0">
              <a:solidFill>
                <a:schemeClr val="bg1"/>
              </a:solidFill>
              <a:ea typeface="맑은 고딕" panose="020B0503020000020004" pitchFamily="50" charset="-127"/>
            </a:endParaRPr>
          </a:p>
        </p:txBody>
      </p:sp>
      <p:pic>
        <p:nvPicPr>
          <p:cNvPr id="106" name="Picture 2" descr="D:\011_designed_source\06_ahnlab_source\04_ICON\01_server\01_basic_server.png"/>
          <p:cNvPicPr>
            <a:picLocks noChangeAspect="1" noChangeArrowheads="1"/>
          </p:cNvPicPr>
          <p:nvPr/>
        </p:nvPicPr>
        <p:blipFill>
          <a:blip r:embed="rId14" cstate="print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89678" y="3356992"/>
            <a:ext cx="414570" cy="7200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359836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양쪽 모서리가 둥근 사각형 58"/>
          <p:cNvSpPr/>
          <p:nvPr/>
        </p:nvSpPr>
        <p:spPr>
          <a:xfrm>
            <a:off x="3167012" y="764705"/>
            <a:ext cx="3978720" cy="5527142"/>
          </a:xfrm>
          <a:prstGeom prst="round2SameRect">
            <a:avLst>
              <a:gd name="adj1" fmla="val 3525"/>
              <a:gd name="adj2" fmla="val 0"/>
            </a:avLst>
          </a:prstGeom>
          <a:gradFill>
            <a:gsLst>
              <a:gs pos="0">
                <a:schemeClr val="accent2">
                  <a:lumMod val="75000"/>
                </a:schemeClr>
              </a:gs>
              <a:gs pos="50000">
                <a:schemeClr val="accent2">
                  <a:lumMod val="40000"/>
                  <a:lumOff val="60000"/>
                </a:schemeClr>
              </a:gs>
              <a:gs pos="80000">
                <a:schemeClr val="bg1">
                  <a:lumMod val="95000"/>
                  <a:shade val="100000"/>
                  <a:satMod val="115000"/>
                </a:schemeClr>
              </a:gs>
            </a:gsLst>
            <a:lin ang="5400000" scaled="1"/>
          </a:gra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scene3d>
              <a:camera prst="orthographicFront"/>
              <a:lightRig rig="threePt" dir="t"/>
            </a:scene3d>
            <a:sp3d extrusionH="57150">
              <a:bevelT w="69850" h="38100" prst="cross"/>
            </a:sp3d>
          </a:bodyPr>
          <a:lstStyle/>
          <a:p>
            <a:pPr algn="ctr"/>
            <a:r>
              <a:rPr lang="en-US" altLang="ko-KR" sz="1000" b="1" dirty="0">
                <a:solidFill>
                  <a:schemeClr val="bg1"/>
                </a:solidFill>
                <a:effectLst/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BI </a:t>
            </a:r>
            <a:r>
              <a:rPr lang="ko-KR" altLang="en-US" sz="1000" b="1" dirty="0">
                <a:solidFill>
                  <a:schemeClr val="bg1"/>
                </a:solidFill>
                <a:effectLst/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서버 영역</a:t>
            </a:r>
            <a:endParaRPr lang="en-US" altLang="ko-KR" sz="1000" b="1" dirty="0">
              <a:solidFill>
                <a:schemeClr val="bg1"/>
              </a:solidFill>
              <a:effectLst/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  <a:p>
            <a:pPr algn="ctr"/>
            <a:r>
              <a:rPr lang="en-US" altLang="ko-KR" sz="1000" b="1" dirty="0">
                <a:solidFill>
                  <a:schemeClr val="bg1"/>
                </a:solidFill>
                <a:effectLst/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(WAS)</a:t>
            </a:r>
            <a:endParaRPr lang="ko-KR" altLang="en-US" sz="1000" b="1" dirty="0">
              <a:solidFill>
                <a:schemeClr val="bg1"/>
              </a:solidFill>
              <a:effectLst/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209" name="직사각형 208"/>
          <p:cNvSpPr/>
          <p:nvPr/>
        </p:nvSpPr>
        <p:spPr>
          <a:xfrm>
            <a:off x="5344366" y="4161158"/>
            <a:ext cx="1631510" cy="358926"/>
          </a:xfrm>
          <a:prstGeom prst="rect">
            <a:avLst/>
          </a:prstGeom>
          <a:gradFill flip="none" rotWithShape="1">
            <a:gsLst>
              <a:gs pos="0">
                <a:srgbClr val="A31D46">
                  <a:shade val="30000"/>
                  <a:satMod val="115000"/>
                </a:srgbClr>
              </a:gs>
              <a:gs pos="50000">
                <a:srgbClr val="A31D46">
                  <a:shade val="67500"/>
                  <a:satMod val="115000"/>
                </a:srgbClr>
              </a:gs>
              <a:gs pos="100000">
                <a:srgbClr val="A31D46">
                  <a:shade val="100000"/>
                  <a:satMod val="115000"/>
                </a:srgbClr>
              </a:gs>
            </a:gsLst>
            <a:path path="circle">
              <a:fillToRect l="100000" t="100000"/>
            </a:path>
            <a:tileRect r="-100000" b="-100000"/>
          </a:gradFill>
          <a:ln w="3175" cap="flat" cmpd="sng" algn="ctr">
            <a:solidFill>
              <a:srgbClr val="C00000"/>
            </a:solidFill>
            <a:prstDash val="solid"/>
          </a:ln>
          <a:effectLst/>
        </p:spPr>
        <p:txBody>
          <a:bodyPr rtlCol="0" anchor="ctr"/>
          <a:lstStyle/>
          <a:p>
            <a:pPr algn="ctr">
              <a:lnSpc>
                <a:spcPct val="80000"/>
              </a:lnSpc>
            </a:pPr>
            <a:r>
              <a:rPr lang="en-US" altLang="ko-KR" sz="1000" dirty="0" err="1" smtClean="0">
                <a:solidFill>
                  <a:schemeClr val="bg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i</a:t>
            </a:r>
            <a:r>
              <a:rPr lang="en-US" altLang="ko-KR" sz="1000" dirty="0" smtClean="0">
                <a:solidFill>
                  <a:schemeClr val="bg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-META</a:t>
            </a:r>
          </a:p>
        </p:txBody>
      </p:sp>
      <p:sp>
        <p:nvSpPr>
          <p:cNvPr id="210" name="직사각형 209"/>
          <p:cNvSpPr/>
          <p:nvPr/>
        </p:nvSpPr>
        <p:spPr>
          <a:xfrm>
            <a:off x="5347567" y="4502111"/>
            <a:ext cx="1628308" cy="1663741"/>
          </a:xfrm>
          <a:prstGeom prst="rect">
            <a:avLst/>
          </a:prstGeom>
          <a:solidFill>
            <a:schemeClr val="bg1"/>
          </a:solidFill>
          <a:ln w="127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187" name="직사각형 186"/>
          <p:cNvSpPr/>
          <p:nvPr/>
        </p:nvSpPr>
        <p:spPr>
          <a:xfrm>
            <a:off x="3973780" y="1340768"/>
            <a:ext cx="2444255" cy="358926"/>
          </a:xfrm>
          <a:prstGeom prst="rect">
            <a:avLst/>
          </a:prstGeom>
          <a:gradFill flip="none" rotWithShape="1">
            <a:gsLst>
              <a:gs pos="0">
                <a:srgbClr val="A31D46">
                  <a:shade val="30000"/>
                  <a:satMod val="115000"/>
                </a:srgbClr>
              </a:gs>
              <a:gs pos="50000">
                <a:srgbClr val="A31D46">
                  <a:shade val="67500"/>
                  <a:satMod val="115000"/>
                </a:srgbClr>
              </a:gs>
              <a:gs pos="100000">
                <a:srgbClr val="A31D46">
                  <a:shade val="100000"/>
                  <a:satMod val="115000"/>
                </a:srgbClr>
              </a:gs>
            </a:gsLst>
            <a:path path="circle">
              <a:fillToRect l="100000" t="100000"/>
            </a:path>
            <a:tileRect r="-100000" b="-100000"/>
          </a:gradFill>
          <a:ln w="3175" cap="flat" cmpd="sng" algn="ctr">
            <a:solidFill>
              <a:srgbClr val="C00000"/>
            </a:solidFill>
            <a:prstDash val="solid"/>
          </a:ln>
          <a:effectLst/>
        </p:spPr>
        <p:txBody>
          <a:bodyPr rtlCol="0" anchor="ctr"/>
          <a:lstStyle/>
          <a:p>
            <a:pPr algn="ctr">
              <a:lnSpc>
                <a:spcPct val="80000"/>
              </a:lnSpc>
            </a:pPr>
            <a:r>
              <a:rPr lang="en-US" altLang="ko-KR" sz="1000" dirty="0" smtClean="0">
                <a:solidFill>
                  <a:schemeClr val="bg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MATRIX Server</a:t>
            </a:r>
          </a:p>
        </p:txBody>
      </p:sp>
      <p:sp>
        <p:nvSpPr>
          <p:cNvPr id="188" name="직사각형 187"/>
          <p:cNvSpPr/>
          <p:nvPr/>
        </p:nvSpPr>
        <p:spPr>
          <a:xfrm>
            <a:off x="3973780" y="1681720"/>
            <a:ext cx="2444255" cy="2130882"/>
          </a:xfrm>
          <a:prstGeom prst="rect">
            <a:avLst/>
          </a:prstGeom>
          <a:solidFill>
            <a:schemeClr val="bg1"/>
          </a:solidFill>
          <a:ln w="127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60" name="양쪽 모서리가 둥근 사각형 59"/>
          <p:cNvSpPr/>
          <p:nvPr/>
        </p:nvSpPr>
        <p:spPr>
          <a:xfrm>
            <a:off x="7308306" y="764705"/>
            <a:ext cx="1517706" cy="5527142"/>
          </a:xfrm>
          <a:prstGeom prst="round2SameRect">
            <a:avLst>
              <a:gd name="adj1" fmla="val 7316"/>
              <a:gd name="adj2" fmla="val 0"/>
            </a:avLst>
          </a:prstGeom>
          <a:gradFill>
            <a:gsLst>
              <a:gs pos="0">
                <a:schemeClr val="accent5">
                  <a:lumMod val="75000"/>
                </a:schemeClr>
              </a:gs>
              <a:gs pos="50000">
                <a:schemeClr val="accent5">
                  <a:lumMod val="40000"/>
                  <a:lumOff val="60000"/>
                </a:schemeClr>
              </a:gs>
              <a:gs pos="86000">
                <a:schemeClr val="bg1">
                  <a:lumMod val="95000"/>
                  <a:shade val="100000"/>
                  <a:satMod val="115000"/>
                </a:schemeClr>
              </a:gs>
            </a:gsLst>
            <a:lin ang="5400000" scaled="1"/>
          </a:gra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scene3d>
              <a:camera prst="orthographicFront"/>
              <a:lightRig rig="threePt" dir="t"/>
            </a:scene3d>
            <a:sp3d extrusionH="57150">
              <a:bevelT w="69850" h="38100" prst="cross"/>
            </a:sp3d>
          </a:bodyPr>
          <a:lstStyle/>
          <a:p>
            <a:pPr algn="ctr"/>
            <a:r>
              <a:rPr lang="ko-KR" altLang="en-US" sz="1000" b="1" dirty="0">
                <a:solidFill>
                  <a:schemeClr val="bg1"/>
                </a:solidFill>
                <a:effectLst/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사용자 영역</a:t>
            </a:r>
            <a:endParaRPr lang="en-US" altLang="ko-KR" sz="1000" b="1" dirty="0">
              <a:solidFill>
                <a:schemeClr val="bg1"/>
              </a:solidFill>
              <a:effectLst/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  <a:p>
            <a:pPr algn="ctr"/>
            <a:r>
              <a:rPr lang="en-US" altLang="ko-KR" sz="1000" b="1" dirty="0">
                <a:solidFill>
                  <a:schemeClr val="bg1"/>
                </a:solidFill>
                <a:effectLst/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(Web Browser)</a:t>
            </a:r>
            <a:endParaRPr lang="ko-KR" altLang="en-US" sz="1000" b="1" dirty="0">
              <a:solidFill>
                <a:schemeClr val="bg1"/>
              </a:solidFill>
              <a:effectLst/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91" name="양쪽 모서리가 둥근 사각형 90"/>
          <p:cNvSpPr/>
          <p:nvPr/>
        </p:nvSpPr>
        <p:spPr>
          <a:xfrm>
            <a:off x="251520" y="764705"/>
            <a:ext cx="2736304" cy="5527142"/>
          </a:xfrm>
          <a:prstGeom prst="round2SameRect">
            <a:avLst>
              <a:gd name="adj1" fmla="val 4929"/>
              <a:gd name="adj2" fmla="val 0"/>
            </a:avLst>
          </a:prstGeom>
          <a:gradFill flip="none" rotWithShape="1">
            <a:gsLst>
              <a:gs pos="0">
                <a:schemeClr val="bg1">
                  <a:lumMod val="95000"/>
                  <a:shade val="30000"/>
                  <a:satMod val="115000"/>
                </a:schemeClr>
              </a:gs>
              <a:gs pos="50000">
                <a:schemeClr val="bg1">
                  <a:lumMod val="95000"/>
                  <a:shade val="67500"/>
                  <a:satMod val="115000"/>
                </a:schemeClr>
              </a:gs>
              <a:gs pos="73000">
                <a:schemeClr val="bg1">
                  <a:lumMod val="95000"/>
                  <a:shade val="100000"/>
                  <a:satMod val="115000"/>
                </a:schemeClr>
              </a:gs>
            </a:gsLst>
            <a:lin ang="5400000" scaled="1"/>
            <a:tileRect/>
          </a:gra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scene3d>
              <a:camera prst="orthographicFront"/>
              <a:lightRig rig="threePt" dir="t"/>
            </a:scene3d>
            <a:sp3d extrusionH="57150">
              <a:bevelT w="69850" h="38100" prst="cross"/>
            </a:sp3d>
          </a:bodyPr>
          <a:lstStyle/>
          <a:p>
            <a:pPr algn="ctr"/>
            <a:r>
              <a:rPr lang="ko-KR" altLang="en-US" sz="1000" b="1" dirty="0" smtClean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데이</a:t>
            </a:r>
            <a:r>
              <a:rPr lang="ko-KR" altLang="en-US" sz="1000" b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터</a:t>
            </a:r>
            <a:r>
              <a:rPr lang="ko-KR" altLang="en-US" sz="1000" b="1" dirty="0" smtClean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 영역</a:t>
            </a:r>
            <a:endParaRPr lang="en-US" altLang="ko-KR" sz="1000" b="1" dirty="0" smtClean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  <a:p>
            <a:pPr algn="ctr"/>
            <a:r>
              <a:rPr lang="en-US" altLang="ko-KR" sz="1000" b="1" dirty="0" smtClean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(DB Server)</a:t>
            </a:r>
            <a:r>
              <a:rPr lang="ko-KR" altLang="en-US" sz="1000" b="1" dirty="0" smtClean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 </a:t>
            </a:r>
            <a:endParaRPr lang="ko-KR" altLang="en-US" sz="1000" b="1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2" name="직사각형 33"/>
          <p:cNvSpPr/>
          <p:nvPr/>
        </p:nvSpPr>
        <p:spPr bwMode="auto">
          <a:xfrm>
            <a:off x="417487" y="1465836"/>
            <a:ext cx="1084884" cy="4700015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FFFFFF">
                <a:lumMod val="75000"/>
              </a:srgbClr>
            </a:solidFill>
            <a:prstDash val="solid"/>
          </a:ln>
          <a:effectLst>
            <a:outerShdw blurRad="50800" dist="38100" dir="2700000" algn="tl" rotWithShape="0">
              <a:prstClr val="black">
                <a:alpha val="11000"/>
              </a:prstClr>
            </a:outerShdw>
          </a:effectLst>
        </p:spPr>
        <p:txBody>
          <a:bodyPr anchor="ctr"/>
          <a:lstStyle/>
          <a:p>
            <a:pPr latinLnBrk="0">
              <a:lnSpc>
                <a:spcPct val="150000"/>
              </a:lnSpc>
              <a:defRPr/>
            </a:pPr>
            <a:r>
              <a:rPr lang="ko-KR" altLang="en-US" sz="1100" dirty="0">
                <a:solidFill>
                  <a:prstClr val="black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 </a:t>
            </a:r>
          </a:p>
        </p:txBody>
      </p:sp>
      <p:sp>
        <p:nvSpPr>
          <p:cNvPr id="3" name="직사각형 79"/>
          <p:cNvSpPr/>
          <p:nvPr/>
        </p:nvSpPr>
        <p:spPr>
          <a:xfrm>
            <a:off x="417486" y="1340768"/>
            <a:ext cx="1084885" cy="340951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</a:ln>
          <a:effectLst/>
        </p:spPr>
        <p:txBody>
          <a:bodyPr rtlCol="0" anchor="ctr"/>
          <a:lstStyle/>
          <a:p>
            <a:pPr algn="ctr" latinLnBrk="0"/>
            <a:r>
              <a:rPr lang="en-US" altLang="ko-KR" sz="1000" b="1" kern="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Data Source</a:t>
            </a:r>
            <a:endParaRPr lang="en-US" altLang="ko-KR" sz="1000" b="1" kern="0" dirty="0">
              <a:solidFill>
                <a:schemeClr val="tx1">
                  <a:lumMod val="85000"/>
                  <a:lumOff val="15000"/>
                </a:schemeClr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4" name="TextBox 19"/>
          <p:cNvSpPr txBox="1">
            <a:spLocks noChangeArrowheads="1"/>
          </p:cNvSpPr>
          <p:nvPr/>
        </p:nvSpPr>
        <p:spPr bwMode="auto">
          <a:xfrm>
            <a:off x="455586" y="2464991"/>
            <a:ext cx="1013509" cy="1921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68415" tIns="34208" rIns="68415" bIns="34208">
            <a:spAutoFit/>
          </a:bodyPr>
          <a:lstStyle/>
          <a:p>
            <a:pPr algn="ctr"/>
            <a:r>
              <a:rPr kumimoji="0" lang="en-US" altLang="ko-KR" sz="800" dirty="0" smtClean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ERP</a:t>
            </a:r>
            <a:endParaRPr kumimoji="0" lang="ko-KR" altLang="en-US" sz="800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5" name="TextBox 19"/>
          <p:cNvSpPr txBox="1">
            <a:spLocks noChangeArrowheads="1"/>
          </p:cNvSpPr>
          <p:nvPr/>
        </p:nvSpPr>
        <p:spPr bwMode="auto">
          <a:xfrm>
            <a:off x="470444" y="4988069"/>
            <a:ext cx="979275" cy="1921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68415" tIns="34208" rIns="68415" bIns="34208">
            <a:spAutoFit/>
          </a:bodyPr>
          <a:lstStyle/>
          <a:p>
            <a:pPr algn="ctr"/>
            <a:r>
              <a:rPr kumimoji="0" lang="en-US" altLang="ko-KR" sz="800" dirty="0" smtClean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Legacy</a:t>
            </a:r>
            <a:endParaRPr kumimoji="0" lang="ko-KR" altLang="en-US" sz="800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grpSp>
        <p:nvGrpSpPr>
          <p:cNvPr id="6" name="그룹 5"/>
          <p:cNvGrpSpPr/>
          <p:nvPr/>
        </p:nvGrpSpPr>
        <p:grpSpPr>
          <a:xfrm>
            <a:off x="565923" y="1906051"/>
            <a:ext cx="778481" cy="584816"/>
            <a:chOff x="549275" y="6944814"/>
            <a:chExt cx="710089" cy="629409"/>
          </a:xfrm>
        </p:grpSpPr>
        <p:grpSp>
          <p:nvGrpSpPr>
            <p:cNvPr id="7" name="그룹 6"/>
            <p:cNvGrpSpPr/>
            <p:nvPr/>
          </p:nvGrpSpPr>
          <p:grpSpPr>
            <a:xfrm>
              <a:off x="549275" y="6944814"/>
              <a:ext cx="374141" cy="441572"/>
              <a:chOff x="1475656" y="3111317"/>
              <a:chExt cx="748283" cy="883146"/>
            </a:xfrm>
          </p:grpSpPr>
          <p:pic>
            <p:nvPicPr>
              <p:cNvPr id="16" name="Picture 7" descr="D:\001_ahnlab_work\01_salesmarket\04_행사\120102_RSA컨퍼런스_발표문서\03_V3_APC\source\04_2.png"/>
              <p:cNvPicPr>
                <a:picLocks noChangeAspect="1" noChangeArrowheads="1"/>
              </p:cNvPicPr>
              <p:nvPr/>
            </p:nvPicPr>
            <p:blipFill>
              <a:blip r:embed="rId2" cstate="print">
                <a:grayscl/>
              </a:blip>
              <a:srcRect/>
              <a:stretch>
                <a:fillRect/>
              </a:stretch>
            </p:blipFill>
            <p:spPr bwMode="auto">
              <a:xfrm>
                <a:off x="1475656" y="3573016"/>
                <a:ext cx="748283" cy="421447"/>
              </a:xfrm>
              <a:prstGeom prst="rect">
                <a:avLst/>
              </a:prstGeom>
              <a:noFill/>
            </p:spPr>
          </p:pic>
          <p:pic>
            <p:nvPicPr>
              <p:cNvPr id="17" name="Picture 7" descr="D:\001_ahnlab_work\01_salesmarket\04_행사\120102_RSA컨퍼런스_발표문서\03_V3_APC\source\04_2.png"/>
              <p:cNvPicPr>
                <a:picLocks noChangeAspect="1" noChangeArrowheads="1"/>
              </p:cNvPicPr>
              <p:nvPr/>
            </p:nvPicPr>
            <p:blipFill>
              <a:blip r:embed="rId2" cstate="print">
                <a:grayscl/>
              </a:blip>
              <a:srcRect/>
              <a:stretch>
                <a:fillRect/>
              </a:stretch>
            </p:blipFill>
            <p:spPr bwMode="auto">
              <a:xfrm>
                <a:off x="1475656" y="3337942"/>
                <a:ext cx="748283" cy="421447"/>
              </a:xfrm>
              <a:prstGeom prst="rect">
                <a:avLst/>
              </a:prstGeom>
              <a:noFill/>
            </p:spPr>
          </p:pic>
          <p:pic>
            <p:nvPicPr>
              <p:cNvPr id="18" name="Picture 7" descr="D:\001_ahnlab_work\01_salesmarket\04_행사\120102_RSA컨퍼런스_발표문서\03_V3_APC\source\04_2.png"/>
              <p:cNvPicPr>
                <a:picLocks noChangeAspect="1" noChangeArrowheads="1"/>
              </p:cNvPicPr>
              <p:nvPr/>
            </p:nvPicPr>
            <p:blipFill>
              <a:blip r:embed="rId2" cstate="print">
                <a:grayscl/>
              </a:blip>
              <a:srcRect/>
              <a:stretch>
                <a:fillRect/>
              </a:stretch>
            </p:blipFill>
            <p:spPr bwMode="auto">
              <a:xfrm>
                <a:off x="1475656" y="3111317"/>
                <a:ext cx="748283" cy="421447"/>
              </a:xfrm>
              <a:prstGeom prst="rect">
                <a:avLst/>
              </a:prstGeom>
              <a:noFill/>
            </p:spPr>
          </p:pic>
        </p:grpSp>
        <p:grpSp>
          <p:nvGrpSpPr>
            <p:cNvPr id="8" name="그룹 7"/>
            <p:cNvGrpSpPr/>
            <p:nvPr/>
          </p:nvGrpSpPr>
          <p:grpSpPr>
            <a:xfrm>
              <a:off x="885223" y="6964379"/>
              <a:ext cx="374141" cy="441572"/>
              <a:chOff x="1475656" y="3111317"/>
              <a:chExt cx="748283" cy="883146"/>
            </a:xfrm>
          </p:grpSpPr>
          <p:pic>
            <p:nvPicPr>
              <p:cNvPr id="13" name="Picture 7" descr="D:\001_ahnlab_work\01_salesmarket\04_행사\120102_RSA컨퍼런스_발표문서\03_V3_APC\source\04_2.png"/>
              <p:cNvPicPr>
                <a:picLocks noChangeAspect="1" noChangeArrowheads="1"/>
              </p:cNvPicPr>
              <p:nvPr/>
            </p:nvPicPr>
            <p:blipFill>
              <a:blip r:embed="rId2" cstate="print">
                <a:grayscl/>
              </a:blip>
              <a:srcRect/>
              <a:stretch>
                <a:fillRect/>
              </a:stretch>
            </p:blipFill>
            <p:spPr bwMode="auto">
              <a:xfrm>
                <a:off x="1475656" y="3573016"/>
                <a:ext cx="748283" cy="421447"/>
              </a:xfrm>
              <a:prstGeom prst="rect">
                <a:avLst/>
              </a:prstGeom>
              <a:noFill/>
            </p:spPr>
          </p:pic>
          <p:pic>
            <p:nvPicPr>
              <p:cNvPr id="14" name="Picture 7" descr="D:\001_ahnlab_work\01_salesmarket\04_행사\120102_RSA컨퍼런스_발표문서\03_V3_APC\source\04_2.png"/>
              <p:cNvPicPr>
                <a:picLocks noChangeAspect="1" noChangeArrowheads="1"/>
              </p:cNvPicPr>
              <p:nvPr/>
            </p:nvPicPr>
            <p:blipFill>
              <a:blip r:embed="rId2" cstate="print">
                <a:grayscl/>
              </a:blip>
              <a:srcRect/>
              <a:stretch>
                <a:fillRect/>
              </a:stretch>
            </p:blipFill>
            <p:spPr bwMode="auto">
              <a:xfrm>
                <a:off x="1475656" y="3337942"/>
                <a:ext cx="748283" cy="421447"/>
              </a:xfrm>
              <a:prstGeom prst="rect">
                <a:avLst/>
              </a:prstGeom>
              <a:noFill/>
            </p:spPr>
          </p:pic>
          <p:pic>
            <p:nvPicPr>
              <p:cNvPr id="15" name="Picture 7" descr="D:\001_ahnlab_work\01_salesmarket\04_행사\120102_RSA컨퍼런스_발표문서\03_V3_APC\source\04_2.png"/>
              <p:cNvPicPr>
                <a:picLocks noChangeAspect="1" noChangeArrowheads="1"/>
              </p:cNvPicPr>
              <p:nvPr/>
            </p:nvPicPr>
            <p:blipFill>
              <a:blip r:embed="rId2" cstate="print">
                <a:grayscl/>
              </a:blip>
              <a:srcRect/>
              <a:stretch>
                <a:fillRect/>
              </a:stretch>
            </p:blipFill>
            <p:spPr bwMode="auto">
              <a:xfrm>
                <a:off x="1475656" y="3111317"/>
                <a:ext cx="748283" cy="421447"/>
              </a:xfrm>
              <a:prstGeom prst="rect">
                <a:avLst/>
              </a:prstGeom>
              <a:noFill/>
            </p:spPr>
          </p:pic>
        </p:grpSp>
        <p:grpSp>
          <p:nvGrpSpPr>
            <p:cNvPr id="9" name="그룹 8"/>
            <p:cNvGrpSpPr/>
            <p:nvPr/>
          </p:nvGrpSpPr>
          <p:grpSpPr>
            <a:xfrm>
              <a:off x="719617" y="7132651"/>
              <a:ext cx="374141" cy="441572"/>
              <a:chOff x="1475656" y="3111317"/>
              <a:chExt cx="748283" cy="883146"/>
            </a:xfrm>
          </p:grpSpPr>
          <p:pic>
            <p:nvPicPr>
              <p:cNvPr id="10" name="Picture 7" descr="D:\001_ahnlab_work\01_salesmarket\04_행사\120102_RSA컨퍼런스_발표문서\03_V3_APC\source\04_2.png"/>
              <p:cNvPicPr>
                <a:picLocks noChangeAspect="1" noChangeArrowheads="1"/>
              </p:cNvPicPr>
              <p:nvPr/>
            </p:nvPicPr>
            <p:blipFill>
              <a:blip r:embed="rId2" cstate="print">
                <a:grayscl/>
              </a:blip>
              <a:srcRect/>
              <a:stretch>
                <a:fillRect/>
              </a:stretch>
            </p:blipFill>
            <p:spPr bwMode="auto">
              <a:xfrm>
                <a:off x="1475656" y="3573016"/>
                <a:ext cx="748283" cy="421447"/>
              </a:xfrm>
              <a:prstGeom prst="rect">
                <a:avLst/>
              </a:prstGeom>
              <a:noFill/>
            </p:spPr>
          </p:pic>
          <p:pic>
            <p:nvPicPr>
              <p:cNvPr id="11" name="Picture 7" descr="D:\001_ahnlab_work\01_salesmarket\04_행사\120102_RSA컨퍼런스_발표문서\03_V3_APC\source\04_2.png"/>
              <p:cNvPicPr>
                <a:picLocks noChangeAspect="1" noChangeArrowheads="1"/>
              </p:cNvPicPr>
              <p:nvPr/>
            </p:nvPicPr>
            <p:blipFill>
              <a:blip r:embed="rId2" cstate="print">
                <a:grayscl/>
              </a:blip>
              <a:srcRect/>
              <a:stretch>
                <a:fillRect/>
              </a:stretch>
            </p:blipFill>
            <p:spPr bwMode="auto">
              <a:xfrm>
                <a:off x="1475656" y="3337942"/>
                <a:ext cx="748283" cy="421447"/>
              </a:xfrm>
              <a:prstGeom prst="rect">
                <a:avLst/>
              </a:prstGeom>
              <a:noFill/>
            </p:spPr>
          </p:pic>
          <p:pic>
            <p:nvPicPr>
              <p:cNvPr id="12" name="Picture 7" descr="D:\001_ahnlab_work\01_salesmarket\04_행사\120102_RSA컨퍼런스_발표문서\03_V3_APC\source\04_2.png"/>
              <p:cNvPicPr>
                <a:picLocks noChangeAspect="1" noChangeArrowheads="1"/>
              </p:cNvPicPr>
              <p:nvPr/>
            </p:nvPicPr>
            <p:blipFill>
              <a:blip r:embed="rId2" cstate="print">
                <a:grayscl/>
              </a:blip>
              <a:srcRect/>
              <a:stretch>
                <a:fillRect/>
              </a:stretch>
            </p:blipFill>
            <p:spPr bwMode="auto">
              <a:xfrm>
                <a:off x="1475656" y="3111317"/>
                <a:ext cx="748283" cy="421447"/>
              </a:xfrm>
              <a:prstGeom prst="rect">
                <a:avLst/>
              </a:prstGeom>
              <a:noFill/>
            </p:spPr>
          </p:pic>
        </p:grpSp>
      </p:grpSp>
      <p:grpSp>
        <p:nvGrpSpPr>
          <p:cNvPr id="19" name="그룹 18"/>
          <p:cNvGrpSpPr/>
          <p:nvPr/>
        </p:nvGrpSpPr>
        <p:grpSpPr>
          <a:xfrm>
            <a:off x="544986" y="4433026"/>
            <a:ext cx="778481" cy="584816"/>
            <a:chOff x="549275" y="6944814"/>
            <a:chExt cx="710089" cy="629409"/>
          </a:xfrm>
        </p:grpSpPr>
        <p:grpSp>
          <p:nvGrpSpPr>
            <p:cNvPr id="20" name="그룹 19"/>
            <p:cNvGrpSpPr/>
            <p:nvPr/>
          </p:nvGrpSpPr>
          <p:grpSpPr>
            <a:xfrm>
              <a:off x="549275" y="6944814"/>
              <a:ext cx="374141" cy="441572"/>
              <a:chOff x="1475656" y="3111317"/>
              <a:chExt cx="748283" cy="883146"/>
            </a:xfrm>
          </p:grpSpPr>
          <p:pic>
            <p:nvPicPr>
              <p:cNvPr id="29" name="Picture 7" descr="D:\001_ahnlab_work\01_salesmarket\04_행사\120102_RSA컨퍼런스_발표문서\03_V3_APC\source\04_2.png"/>
              <p:cNvPicPr>
                <a:picLocks noChangeAspect="1" noChangeArrowheads="1"/>
              </p:cNvPicPr>
              <p:nvPr/>
            </p:nvPicPr>
            <p:blipFill>
              <a:blip r:embed="rId2" cstate="print">
                <a:grayscl/>
              </a:blip>
              <a:srcRect/>
              <a:stretch>
                <a:fillRect/>
              </a:stretch>
            </p:blipFill>
            <p:spPr bwMode="auto">
              <a:xfrm>
                <a:off x="1475656" y="3573016"/>
                <a:ext cx="748283" cy="421447"/>
              </a:xfrm>
              <a:prstGeom prst="rect">
                <a:avLst/>
              </a:prstGeom>
              <a:noFill/>
            </p:spPr>
          </p:pic>
          <p:pic>
            <p:nvPicPr>
              <p:cNvPr id="30" name="Picture 7" descr="D:\001_ahnlab_work\01_salesmarket\04_행사\120102_RSA컨퍼런스_발표문서\03_V3_APC\source\04_2.png"/>
              <p:cNvPicPr>
                <a:picLocks noChangeAspect="1" noChangeArrowheads="1"/>
              </p:cNvPicPr>
              <p:nvPr/>
            </p:nvPicPr>
            <p:blipFill>
              <a:blip r:embed="rId2" cstate="print">
                <a:grayscl/>
              </a:blip>
              <a:srcRect/>
              <a:stretch>
                <a:fillRect/>
              </a:stretch>
            </p:blipFill>
            <p:spPr bwMode="auto">
              <a:xfrm>
                <a:off x="1475656" y="3337942"/>
                <a:ext cx="748283" cy="421447"/>
              </a:xfrm>
              <a:prstGeom prst="rect">
                <a:avLst/>
              </a:prstGeom>
              <a:noFill/>
            </p:spPr>
          </p:pic>
          <p:pic>
            <p:nvPicPr>
              <p:cNvPr id="31" name="Picture 7" descr="D:\001_ahnlab_work\01_salesmarket\04_행사\120102_RSA컨퍼런스_발표문서\03_V3_APC\source\04_2.png"/>
              <p:cNvPicPr>
                <a:picLocks noChangeAspect="1" noChangeArrowheads="1"/>
              </p:cNvPicPr>
              <p:nvPr/>
            </p:nvPicPr>
            <p:blipFill>
              <a:blip r:embed="rId2" cstate="print">
                <a:grayscl/>
              </a:blip>
              <a:srcRect/>
              <a:stretch>
                <a:fillRect/>
              </a:stretch>
            </p:blipFill>
            <p:spPr bwMode="auto">
              <a:xfrm>
                <a:off x="1475656" y="3111317"/>
                <a:ext cx="748283" cy="421447"/>
              </a:xfrm>
              <a:prstGeom prst="rect">
                <a:avLst/>
              </a:prstGeom>
              <a:noFill/>
            </p:spPr>
          </p:pic>
        </p:grpSp>
        <p:grpSp>
          <p:nvGrpSpPr>
            <p:cNvPr id="21" name="그룹 20"/>
            <p:cNvGrpSpPr/>
            <p:nvPr/>
          </p:nvGrpSpPr>
          <p:grpSpPr>
            <a:xfrm>
              <a:off x="885223" y="6964379"/>
              <a:ext cx="374141" cy="441572"/>
              <a:chOff x="1475656" y="3111317"/>
              <a:chExt cx="748283" cy="883146"/>
            </a:xfrm>
          </p:grpSpPr>
          <p:pic>
            <p:nvPicPr>
              <p:cNvPr id="26" name="Picture 7" descr="D:\001_ahnlab_work\01_salesmarket\04_행사\120102_RSA컨퍼런스_발표문서\03_V3_APC\source\04_2.png"/>
              <p:cNvPicPr>
                <a:picLocks noChangeAspect="1" noChangeArrowheads="1"/>
              </p:cNvPicPr>
              <p:nvPr/>
            </p:nvPicPr>
            <p:blipFill>
              <a:blip r:embed="rId2" cstate="print">
                <a:grayscl/>
              </a:blip>
              <a:srcRect/>
              <a:stretch>
                <a:fillRect/>
              </a:stretch>
            </p:blipFill>
            <p:spPr bwMode="auto">
              <a:xfrm>
                <a:off x="1475656" y="3573016"/>
                <a:ext cx="748283" cy="421447"/>
              </a:xfrm>
              <a:prstGeom prst="rect">
                <a:avLst/>
              </a:prstGeom>
              <a:noFill/>
            </p:spPr>
          </p:pic>
          <p:pic>
            <p:nvPicPr>
              <p:cNvPr id="27" name="Picture 7" descr="D:\001_ahnlab_work\01_salesmarket\04_행사\120102_RSA컨퍼런스_발표문서\03_V3_APC\source\04_2.png"/>
              <p:cNvPicPr>
                <a:picLocks noChangeAspect="1" noChangeArrowheads="1"/>
              </p:cNvPicPr>
              <p:nvPr/>
            </p:nvPicPr>
            <p:blipFill>
              <a:blip r:embed="rId2" cstate="print">
                <a:grayscl/>
              </a:blip>
              <a:srcRect/>
              <a:stretch>
                <a:fillRect/>
              </a:stretch>
            </p:blipFill>
            <p:spPr bwMode="auto">
              <a:xfrm>
                <a:off x="1475656" y="3337942"/>
                <a:ext cx="748283" cy="421447"/>
              </a:xfrm>
              <a:prstGeom prst="rect">
                <a:avLst/>
              </a:prstGeom>
              <a:noFill/>
            </p:spPr>
          </p:pic>
          <p:pic>
            <p:nvPicPr>
              <p:cNvPr id="28" name="Picture 7" descr="D:\001_ahnlab_work\01_salesmarket\04_행사\120102_RSA컨퍼런스_발표문서\03_V3_APC\source\04_2.png"/>
              <p:cNvPicPr>
                <a:picLocks noChangeAspect="1" noChangeArrowheads="1"/>
              </p:cNvPicPr>
              <p:nvPr/>
            </p:nvPicPr>
            <p:blipFill>
              <a:blip r:embed="rId2" cstate="print">
                <a:grayscl/>
              </a:blip>
              <a:srcRect/>
              <a:stretch>
                <a:fillRect/>
              </a:stretch>
            </p:blipFill>
            <p:spPr bwMode="auto">
              <a:xfrm>
                <a:off x="1475656" y="3111317"/>
                <a:ext cx="748283" cy="421447"/>
              </a:xfrm>
              <a:prstGeom prst="rect">
                <a:avLst/>
              </a:prstGeom>
              <a:noFill/>
            </p:spPr>
          </p:pic>
        </p:grpSp>
        <p:grpSp>
          <p:nvGrpSpPr>
            <p:cNvPr id="22" name="그룹 21"/>
            <p:cNvGrpSpPr/>
            <p:nvPr/>
          </p:nvGrpSpPr>
          <p:grpSpPr>
            <a:xfrm>
              <a:off x="719617" y="7132651"/>
              <a:ext cx="374141" cy="441572"/>
              <a:chOff x="1475656" y="3111317"/>
              <a:chExt cx="748283" cy="883146"/>
            </a:xfrm>
          </p:grpSpPr>
          <p:pic>
            <p:nvPicPr>
              <p:cNvPr id="23" name="Picture 7" descr="D:\001_ahnlab_work\01_salesmarket\04_행사\120102_RSA컨퍼런스_발표문서\03_V3_APC\source\04_2.png"/>
              <p:cNvPicPr>
                <a:picLocks noChangeAspect="1" noChangeArrowheads="1"/>
              </p:cNvPicPr>
              <p:nvPr/>
            </p:nvPicPr>
            <p:blipFill>
              <a:blip r:embed="rId2" cstate="print">
                <a:grayscl/>
              </a:blip>
              <a:srcRect/>
              <a:stretch>
                <a:fillRect/>
              </a:stretch>
            </p:blipFill>
            <p:spPr bwMode="auto">
              <a:xfrm>
                <a:off x="1475656" y="3573016"/>
                <a:ext cx="748283" cy="421447"/>
              </a:xfrm>
              <a:prstGeom prst="rect">
                <a:avLst/>
              </a:prstGeom>
              <a:noFill/>
            </p:spPr>
          </p:pic>
          <p:pic>
            <p:nvPicPr>
              <p:cNvPr id="24" name="Picture 7" descr="D:\001_ahnlab_work\01_salesmarket\04_행사\120102_RSA컨퍼런스_발표문서\03_V3_APC\source\04_2.png"/>
              <p:cNvPicPr>
                <a:picLocks noChangeAspect="1" noChangeArrowheads="1"/>
              </p:cNvPicPr>
              <p:nvPr/>
            </p:nvPicPr>
            <p:blipFill>
              <a:blip r:embed="rId2" cstate="print">
                <a:grayscl/>
              </a:blip>
              <a:srcRect/>
              <a:stretch>
                <a:fillRect/>
              </a:stretch>
            </p:blipFill>
            <p:spPr bwMode="auto">
              <a:xfrm>
                <a:off x="1475656" y="3337942"/>
                <a:ext cx="748283" cy="421447"/>
              </a:xfrm>
              <a:prstGeom prst="rect">
                <a:avLst/>
              </a:prstGeom>
              <a:noFill/>
            </p:spPr>
          </p:pic>
          <p:pic>
            <p:nvPicPr>
              <p:cNvPr id="25" name="Picture 7" descr="D:\001_ahnlab_work\01_salesmarket\04_행사\120102_RSA컨퍼런스_발표문서\03_V3_APC\source\04_2.png"/>
              <p:cNvPicPr>
                <a:picLocks noChangeAspect="1" noChangeArrowheads="1"/>
              </p:cNvPicPr>
              <p:nvPr/>
            </p:nvPicPr>
            <p:blipFill>
              <a:blip r:embed="rId2" cstate="print">
                <a:grayscl/>
              </a:blip>
              <a:srcRect/>
              <a:stretch>
                <a:fillRect/>
              </a:stretch>
            </p:blipFill>
            <p:spPr bwMode="auto">
              <a:xfrm>
                <a:off x="1475656" y="3111317"/>
                <a:ext cx="748283" cy="421447"/>
              </a:xfrm>
              <a:prstGeom prst="rect">
                <a:avLst/>
              </a:prstGeom>
              <a:noFill/>
            </p:spPr>
          </p:pic>
        </p:grpSp>
      </p:grpSp>
      <p:sp>
        <p:nvSpPr>
          <p:cNvPr id="33" name="직사각형 32"/>
          <p:cNvSpPr/>
          <p:nvPr/>
        </p:nvSpPr>
        <p:spPr>
          <a:xfrm>
            <a:off x="1835698" y="2526664"/>
            <a:ext cx="1008112" cy="1327041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ko-KR" altLang="en-US" sz="1000" b="1" dirty="0">
              <a:solidFill>
                <a:schemeClr val="tx1">
                  <a:lumMod val="65000"/>
                  <a:lumOff val="35000"/>
                </a:schemeClr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34" name="TextBox 19"/>
          <p:cNvSpPr txBox="1">
            <a:spLocks noChangeArrowheads="1"/>
          </p:cNvSpPr>
          <p:nvPr/>
        </p:nvSpPr>
        <p:spPr bwMode="auto">
          <a:xfrm>
            <a:off x="1835696" y="2613956"/>
            <a:ext cx="1013509" cy="1921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68415" tIns="34208" rIns="68415" bIns="34208">
            <a:spAutoFit/>
          </a:bodyPr>
          <a:lstStyle/>
          <a:p>
            <a:pPr algn="ctr"/>
            <a:r>
              <a:rPr lang="en-US" altLang="ko-KR" sz="800" dirty="0" smtClean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MART / CUBE</a:t>
            </a:r>
            <a:endParaRPr kumimoji="0" lang="ko-KR" altLang="en-US" sz="800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pic>
        <p:nvPicPr>
          <p:cNvPr id="1027" name="Picture 3" descr="C:\Users\minji\AppData\Local\Microsoft\Windows\INetCache\IE\IXK16C2W\rubiks-cube-151670_640[1]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54188" y="3036718"/>
            <a:ext cx="420977" cy="4366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C:\Users\minji\AppData\Local\Microsoft\Windows\INetCache\IE\IXK16C2W\database256[1].gif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0519" y="3020526"/>
            <a:ext cx="419440" cy="4194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6" name="직선 화살표 연결선 35"/>
          <p:cNvCxnSpPr/>
          <p:nvPr/>
        </p:nvCxnSpPr>
        <p:spPr>
          <a:xfrm>
            <a:off x="1511562" y="3199870"/>
            <a:ext cx="324135" cy="4845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1502936" y="2965734"/>
            <a:ext cx="39614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 smtClean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ETL</a:t>
            </a:r>
            <a:endParaRPr lang="ko-KR" altLang="en-US" sz="900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46" name="직사각형 33"/>
          <p:cNvSpPr/>
          <p:nvPr/>
        </p:nvSpPr>
        <p:spPr bwMode="auto">
          <a:xfrm>
            <a:off x="7452323" y="3868782"/>
            <a:ext cx="1199134" cy="2296522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rgbClr val="FFFFFF">
                <a:lumMod val="75000"/>
              </a:srgbClr>
            </a:solidFill>
            <a:prstDash val="solid"/>
          </a:ln>
          <a:effectLst>
            <a:outerShdw blurRad="50800" dist="38100" dir="2700000" algn="tl" rotWithShape="0">
              <a:prstClr val="black">
                <a:alpha val="11000"/>
              </a:prstClr>
            </a:outerShdw>
          </a:effectLst>
        </p:spPr>
        <p:txBody>
          <a:bodyPr anchor="ctr"/>
          <a:lstStyle/>
          <a:p>
            <a:pPr latinLnBrk="0">
              <a:lnSpc>
                <a:spcPct val="150000"/>
              </a:lnSpc>
              <a:defRPr/>
            </a:pPr>
            <a:r>
              <a:rPr lang="ko-KR" altLang="en-US" sz="1100" dirty="0">
                <a:solidFill>
                  <a:prstClr val="black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 </a:t>
            </a:r>
          </a:p>
        </p:txBody>
      </p:sp>
      <p:sp>
        <p:nvSpPr>
          <p:cNvPr id="47" name="직사각형 79"/>
          <p:cNvSpPr/>
          <p:nvPr/>
        </p:nvSpPr>
        <p:spPr>
          <a:xfrm>
            <a:off x="7452323" y="3765230"/>
            <a:ext cx="1199134" cy="283552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3175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</a:ln>
          <a:effectLst/>
        </p:spPr>
        <p:txBody>
          <a:bodyPr rtlCol="0" anchor="ctr"/>
          <a:lstStyle/>
          <a:p>
            <a:pPr algn="ctr" latinLnBrk="0"/>
            <a:r>
              <a:rPr lang="en-US" altLang="ko-KR" sz="1000" b="1" kern="0" spc="-100" dirty="0" err="1" smtClean="0">
                <a:solidFill>
                  <a:sysClr val="window" lastClr="FFFFFF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i</a:t>
            </a:r>
            <a:r>
              <a:rPr lang="en-US" altLang="ko-KR" sz="1000" b="1" kern="0" spc="-100" dirty="0" smtClean="0">
                <a:solidFill>
                  <a:sysClr val="window" lastClr="FFFFFF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-PORTAL</a:t>
            </a:r>
            <a:endParaRPr lang="en-US" altLang="ko-KR" sz="1000" b="1" kern="0" spc="-100" dirty="0">
              <a:solidFill>
                <a:sysClr val="window" lastClr="FFFFFF"/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48" name="직사각형 47"/>
          <p:cNvSpPr/>
          <p:nvPr/>
        </p:nvSpPr>
        <p:spPr>
          <a:xfrm>
            <a:off x="7444853" y="1340768"/>
            <a:ext cx="1199133" cy="358926"/>
          </a:xfrm>
          <a:prstGeom prst="rect">
            <a:avLst/>
          </a:prstGeom>
          <a:solidFill>
            <a:schemeClr val="accent5">
              <a:lumMod val="50000"/>
            </a:schemeClr>
          </a:solidFill>
          <a:ln w="3175" cap="flat" cmpd="sng" algn="ctr">
            <a:solidFill>
              <a:schemeClr val="accent5">
                <a:lumMod val="50000"/>
              </a:schemeClr>
            </a:solidFill>
            <a:prstDash val="solid"/>
          </a:ln>
          <a:effectLst/>
        </p:spPr>
        <p:txBody>
          <a:bodyPr rtlCol="0" anchor="ctr"/>
          <a:lstStyle/>
          <a:p>
            <a:pPr algn="ctr">
              <a:lnSpc>
                <a:spcPct val="80000"/>
              </a:lnSpc>
            </a:pPr>
            <a:r>
              <a:rPr lang="en-US" altLang="ko-KR" sz="1000" dirty="0" err="1">
                <a:solidFill>
                  <a:schemeClr val="bg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i</a:t>
            </a:r>
            <a:r>
              <a:rPr lang="en-US" altLang="ko-KR" sz="1000" dirty="0">
                <a:solidFill>
                  <a:schemeClr val="bg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-CANVAS Plus </a:t>
            </a:r>
          </a:p>
          <a:p>
            <a:pPr algn="ctr">
              <a:lnSpc>
                <a:spcPct val="80000"/>
              </a:lnSpc>
            </a:pPr>
            <a:r>
              <a:rPr lang="en-US" altLang="ko-KR" sz="1000" dirty="0">
                <a:solidFill>
                  <a:schemeClr val="bg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Designer</a:t>
            </a:r>
          </a:p>
        </p:txBody>
      </p:sp>
      <p:sp>
        <p:nvSpPr>
          <p:cNvPr id="49" name="직사각형 48"/>
          <p:cNvSpPr/>
          <p:nvPr/>
        </p:nvSpPr>
        <p:spPr>
          <a:xfrm>
            <a:off x="7452323" y="1681719"/>
            <a:ext cx="1199133" cy="1955616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5580028" y="3891574"/>
            <a:ext cx="55493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 err="1" smtClean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i</a:t>
            </a:r>
            <a:r>
              <a:rPr lang="en-US" altLang="ko-KR" sz="800" dirty="0" smtClean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-META</a:t>
            </a:r>
            <a:endParaRPr lang="ko-KR" altLang="en-US" sz="800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61" name="직사각형 68"/>
          <p:cNvSpPr/>
          <p:nvPr/>
        </p:nvSpPr>
        <p:spPr>
          <a:xfrm>
            <a:off x="7519041" y="4151743"/>
            <a:ext cx="1085590" cy="386694"/>
          </a:xfrm>
          <a:prstGeom prst="rect">
            <a:avLst/>
          </a:prstGeom>
          <a:solidFill>
            <a:schemeClr val="accent5">
              <a:lumMod val="50000"/>
            </a:schemeClr>
          </a:solidFill>
          <a:ln w="3175" cap="flat" cmpd="sng" algn="ctr">
            <a:solidFill>
              <a:schemeClr val="accent5">
                <a:lumMod val="50000"/>
              </a:schemeClr>
            </a:solidFill>
            <a:prstDash val="solid"/>
          </a:ln>
          <a:effectLst/>
        </p:spPr>
        <p:txBody>
          <a:bodyPr rtlCol="0" anchor="ctr"/>
          <a:lstStyle/>
          <a:p>
            <a:pPr algn="ctr">
              <a:lnSpc>
                <a:spcPct val="80000"/>
              </a:lnSpc>
            </a:pPr>
            <a:r>
              <a:rPr lang="en-US" altLang="ko-KR" sz="1000" dirty="0" err="1">
                <a:solidFill>
                  <a:schemeClr val="bg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i</a:t>
            </a:r>
            <a:r>
              <a:rPr lang="en-US" altLang="ko-KR" sz="1000" dirty="0">
                <a:solidFill>
                  <a:schemeClr val="bg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-CANVAS Plus </a:t>
            </a:r>
          </a:p>
          <a:p>
            <a:pPr algn="ctr">
              <a:lnSpc>
                <a:spcPct val="80000"/>
              </a:lnSpc>
            </a:pPr>
            <a:r>
              <a:rPr lang="en-US" altLang="ko-KR" sz="1000" dirty="0">
                <a:solidFill>
                  <a:schemeClr val="bg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Viewer</a:t>
            </a:r>
          </a:p>
        </p:txBody>
      </p:sp>
      <p:cxnSp>
        <p:nvCxnSpPr>
          <p:cNvPr id="63" name="꺾인 연결선 62"/>
          <p:cNvCxnSpPr>
            <a:stCxn id="188" idx="3"/>
            <a:endCxn id="47" idx="1"/>
          </p:cNvCxnSpPr>
          <p:nvPr/>
        </p:nvCxnSpPr>
        <p:spPr>
          <a:xfrm>
            <a:off x="6418035" y="2747162"/>
            <a:ext cx="1034288" cy="1159845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모서리가 둥근 직사각형 73"/>
          <p:cNvSpPr/>
          <p:nvPr/>
        </p:nvSpPr>
        <p:spPr>
          <a:xfrm>
            <a:off x="5265908" y="2577074"/>
            <a:ext cx="793491" cy="288032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46800" rIns="0" rtlCol="0" anchor="ctr"/>
          <a:lstStyle/>
          <a:p>
            <a:pPr algn="ctr"/>
            <a:r>
              <a:rPr lang="en-US" altLang="ko-KR" sz="800" b="1" dirty="0" err="1">
                <a:solidFill>
                  <a:schemeClr val="tx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i</a:t>
            </a:r>
            <a:r>
              <a:rPr lang="en-US" altLang="ko-KR" sz="800" b="1" dirty="0">
                <a:solidFill>
                  <a:schemeClr val="tx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-PORTAL </a:t>
            </a:r>
            <a:r>
              <a:rPr lang="en-US" altLang="ko-KR" sz="800" b="1" dirty="0" smtClean="0">
                <a:solidFill>
                  <a:schemeClr val="tx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Server Module</a:t>
            </a:r>
            <a:endParaRPr lang="ko-KR" altLang="en-US" sz="800" b="1" dirty="0">
              <a:solidFill>
                <a:schemeClr val="tx1"/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pic>
        <p:nvPicPr>
          <p:cNvPr id="79" name="Picture 4" descr="C:\Users\minji\AppData\Local\Microsoft\Windows\INetCache\IE\IXK16C2W\database256[1].gif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69249" y="3231394"/>
            <a:ext cx="445879" cy="4458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8" name="TextBox 77"/>
          <p:cNvSpPr txBox="1"/>
          <p:nvPr/>
        </p:nvSpPr>
        <p:spPr>
          <a:xfrm>
            <a:off x="4288498" y="3248975"/>
            <a:ext cx="79208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b="1" dirty="0" smtClean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Repository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5409924" y="3140968"/>
            <a:ext cx="936104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700" b="1" dirty="0" smtClean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CONFIG.DATA</a:t>
            </a:r>
          </a:p>
          <a:p>
            <a:pPr marL="85725" indent="-85725">
              <a:buFont typeface="Arial" panose="020B0604020202020204" pitchFamily="34" charset="0"/>
              <a:buChar char="•"/>
            </a:pPr>
            <a:r>
              <a:rPr lang="en-US" altLang="ko-KR" sz="700" dirty="0" smtClean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User Info.</a:t>
            </a:r>
          </a:p>
          <a:p>
            <a:pPr marL="85725" indent="-85725">
              <a:buFont typeface="Arial" panose="020B0604020202020204" pitchFamily="34" charset="0"/>
              <a:buChar char="•"/>
            </a:pPr>
            <a:r>
              <a:rPr lang="en-US" altLang="ko-KR" sz="700" dirty="0" smtClean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Resource Info.</a:t>
            </a:r>
          </a:p>
          <a:p>
            <a:pPr marL="85725" indent="-85725">
              <a:buFont typeface="Arial" panose="020B0604020202020204" pitchFamily="34" charset="0"/>
              <a:buChar char="•"/>
            </a:pPr>
            <a:r>
              <a:rPr lang="en-US" altLang="ko-KR" sz="700" dirty="0" smtClean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Log Info.</a:t>
            </a:r>
          </a:p>
          <a:p>
            <a:pPr marL="85725" indent="-85725">
              <a:buFont typeface="Arial" panose="020B0604020202020204" pitchFamily="34" charset="0"/>
              <a:buChar char="•"/>
            </a:pPr>
            <a:r>
              <a:rPr lang="en-US" altLang="ko-KR" sz="700" dirty="0" smtClean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META Info.</a:t>
            </a:r>
            <a:endParaRPr lang="ko-KR" altLang="en-US" sz="700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pic>
        <p:nvPicPr>
          <p:cNvPr id="84" name="Picture 2" descr="D:\011_designed_source\06_ahnlab_source\04_ICON\01_server\01_basic_server.png"/>
          <p:cNvPicPr>
            <a:picLocks noChangeAspect="1" noChangeArrowheads="1"/>
          </p:cNvPicPr>
          <p:nvPr/>
        </p:nvPicPr>
        <p:blipFill>
          <a:blip r:embed="rId9">
            <a:grayscl/>
          </a:blip>
          <a:srcRect/>
          <a:stretch>
            <a:fillRect/>
          </a:stretch>
        </p:blipFill>
        <p:spPr bwMode="auto">
          <a:xfrm>
            <a:off x="4401811" y="1823882"/>
            <a:ext cx="575079" cy="11085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5" name="Picture 2" descr="D:\011_designed_source\06_ahnlab_source\04_ICON\01_server\01_basic_server.png"/>
          <p:cNvPicPr>
            <a:picLocks noChangeAspect="1" noChangeArrowheads="1"/>
          </p:cNvPicPr>
          <p:nvPr/>
        </p:nvPicPr>
        <p:blipFill>
          <a:blip r:embed="rId9">
            <a:grayscl/>
          </a:blip>
          <a:srcRect/>
          <a:stretch>
            <a:fillRect/>
          </a:stretch>
        </p:blipFill>
        <p:spPr bwMode="auto">
          <a:xfrm>
            <a:off x="5442522" y="4677619"/>
            <a:ext cx="476913" cy="10548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7" name="TextBox 86"/>
          <p:cNvSpPr txBox="1"/>
          <p:nvPr/>
        </p:nvSpPr>
        <p:spPr>
          <a:xfrm>
            <a:off x="5395728" y="5711165"/>
            <a:ext cx="5865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900" b="1" dirty="0" err="1" smtClean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i</a:t>
            </a:r>
            <a:r>
              <a:rPr lang="en-US" altLang="ko-KR" sz="900" b="1" dirty="0" smtClean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-META Server</a:t>
            </a:r>
          </a:p>
        </p:txBody>
      </p:sp>
      <p:sp>
        <p:nvSpPr>
          <p:cNvPr id="92" name="모서리가 둥근 직사각형 91"/>
          <p:cNvSpPr/>
          <p:nvPr/>
        </p:nvSpPr>
        <p:spPr>
          <a:xfrm>
            <a:off x="6289905" y="4766304"/>
            <a:ext cx="542172" cy="318881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46800" rIns="0" rtlCol="0" anchor="ctr"/>
          <a:lstStyle/>
          <a:p>
            <a:pPr algn="ctr"/>
            <a:r>
              <a:rPr lang="en-US" altLang="ko-KR" sz="800" b="1" dirty="0" err="1">
                <a:solidFill>
                  <a:schemeClr val="tx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i</a:t>
            </a:r>
            <a:r>
              <a:rPr lang="en-US" altLang="ko-KR" sz="800" b="1" dirty="0">
                <a:solidFill>
                  <a:schemeClr val="tx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-META </a:t>
            </a:r>
          </a:p>
          <a:p>
            <a:pPr algn="ctr"/>
            <a:r>
              <a:rPr lang="en-US" altLang="ko-KR" sz="800" b="1" dirty="0">
                <a:solidFill>
                  <a:schemeClr val="tx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Designer</a:t>
            </a:r>
          </a:p>
        </p:txBody>
      </p:sp>
      <p:sp>
        <p:nvSpPr>
          <p:cNvPr id="93" name="모서리가 둥근 직사각형 92"/>
          <p:cNvSpPr/>
          <p:nvPr/>
        </p:nvSpPr>
        <p:spPr>
          <a:xfrm>
            <a:off x="6289905" y="5661249"/>
            <a:ext cx="542172" cy="318881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46800" rIns="0" rtlCol="0" anchor="ctr"/>
          <a:lstStyle/>
          <a:p>
            <a:pPr algn="ctr"/>
            <a:r>
              <a:rPr lang="en-US" altLang="ko-KR" sz="800" b="1" dirty="0">
                <a:solidFill>
                  <a:schemeClr val="tx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Schema </a:t>
            </a:r>
          </a:p>
          <a:p>
            <a:pPr algn="ctr"/>
            <a:r>
              <a:rPr lang="en-US" altLang="ko-KR" sz="800" b="1" dirty="0" smtClean="0">
                <a:solidFill>
                  <a:schemeClr val="tx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Manager</a:t>
            </a:r>
            <a:endParaRPr lang="en-US" altLang="ko-KR" sz="800" b="1" dirty="0">
              <a:solidFill>
                <a:schemeClr val="tx1"/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cxnSp>
        <p:nvCxnSpPr>
          <p:cNvPr id="42" name="직선 화살표 연결선 41"/>
          <p:cNvCxnSpPr>
            <a:stCxn id="74" idx="1"/>
          </p:cNvCxnSpPr>
          <p:nvPr/>
        </p:nvCxnSpPr>
        <p:spPr>
          <a:xfrm flipH="1">
            <a:off x="4976890" y="2721090"/>
            <a:ext cx="289017" cy="0"/>
          </a:xfrm>
          <a:prstGeom prst="straightConnector1">
            <a:avLst/>
          </a:prstGeom>
          <a:ln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꺾인 연결선 81"/>
          <p:cNvCxnSpPr>
            <a:stCxn id="33" idx="3"/>
            <a:endCxn id="188" idx="1"/>
          </p:cNvCxnSpPr>
          <p:nvPr/>
        </p:nvCxnSpPr>
        <p:spPr>
          <a:xfrm flipV="1">
            <a:off x="2843809" y="2747162"/>
            <a:ext cx="1129971" cy="443023"/>
          </a:xfrm>
          <a:prstGeom prst="bentConnector3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TextBox 82"/>
          <p:cNvSpPr txBox="1"/>
          <p:nvPr/>
        </p:nvSpPr>
        <p:spPr>
          <a:xfrm>
            <a:off x="6169023" y="4551732"/>
            <a:ext cx="727523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700" dirty="0" err="1" smtClean="0">
                <a:solidFill>
                  <a:srgbClr val="C0000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i</a:t>
            </a:r>
            <a:r>
              <a:rPr lang="en-US" altLang="ko-KR" sz="700" dirty="0" smtClean="0">
                <a:solidFill>
                  <a:srgbClr val="C0000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-META </a:t>
            </a:r>
            <a:r>
              <a:rPr lang="ko-KR" altLang="en-US" sz="700" dirty="0" smtClean="0">
                <a:solidFill>
                  <a:srgbClr val="C0000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생성</a:t>
            </a:r>
            <a:endParaRPr lang="ko-KR" altLang="en-US" sz="700" dirty="0">
              <a:solidFill>
                <a:srgbClr val="C00000"/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94" name="TextBox 93"/>
          <p:cNvSpPr txBox="1"/>
          <p:nvPr/>
        </p:nvSpPr>
        <p:spPr>
          <a:xfrm>
            <a:off x="6201864" y="5445225"/>
            <a:ext cx="7202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700" dirty="0" smtClean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DB</a:t>
            </a:r>
            <a:r>
              <a:rPr lang="ko-KR" altLang="en-US" sz="700" dirty="0" smtClean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스키마 정의</a:t>
            </a:r>
            <a:endParaRPr lang="en-US" altLang="ko-KR" sz="700" dirty="0" smtClean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135" name="TextBox 19"/>
          <p:cNvSpPr txBox="1">
            <a:spLocks noChangeArrowheads="1"/>
          </p:cNvSpPr>
          <p:nvPr/>
        </p:nvSpPr>
        <p:spPr bwMode="auto">
          <a:xfrm>
            <a:off x="470444" y="5829094"/>
            <a:ext cx="979275" cy="1921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68415" tIns="34208" rIns="68415" bIns="34208">
            <a:spAutoFit/>
          </a:bodyPr>
          <a:lstStyle/>
          <a:p>
            <a:pPr algn="ctr"/>
            <a:r>
              <a:rPr kumimoji="0" lang="en-US" altLang="ko-KR" sz="800" dirty="0" smtClean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Others</a:t>
            </a:r>
            <a:endParaRPr kumimoji="0" lang="ko-KR" altLang="en-US" sz="800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grpSp>
        <p:nvGrpSpPr>
          <p:cNvPr id="136" name="그룹 135"/>
          <p:cNvGrpSpPr/>
          <p:nvPr/>
        </p:nvGrpSpPr>
        <p:grpSpPr>
          <a:xfrm>
            <a:off x="544986" y="5275350"/>
            <a:ext cx="778481" cy="584816"/>
            <a:chOff x="549275" y="6944814"/>
            <a:chExt cx="710089" cy="629409"/>
          </a:xfrm>
        </p:grpSpPr>
        <p:grpSp>
          <p:nvGrpSpPr>
            <p:cNvPr id="137" name="그룹 136"/>
            <p:cNvGrpSpPr/>
            <p:nvPr/>
          </p:nvGrpSpPr>
          <p:grpSpPr>
            <a:xfrm>
              <a:off x="549275" y="6944814"/>
              <a:ext cx="374141" cy="441572"/>
              <a:chOff x="1475656" y="3111317"/>
              <a:chExt cx="748283" cy="883146"/>
            </a:xfrm>
          </p:grpSpPr>
          <p:pic>
            <p:nvPicPr>
              <p:cNvPr id="146" name="Picture 7" descr="D:\001_ahnlab_work\01_salesmarket\04_행사\120102_RSA컨퍼런스_발표문서\03_V3_APC\source\04_2.png"/>
              <p:cNvPicPr>
                <a:picLocks noChangeAspect="1" noChangeArrowheads="1"/>
              </p:cNvPicPr>
              <p:nvPr/>
            </p:nvPicPr>
            <p:blipFill>
              <a:blip r:embed="rId2" cstate="print">
                <a:grayscl/>
              </a:blip>
              <a:srcRect/>
              <a:stretch>
                <a:fillRect/>
              </a:stretch>
            </p:blipFill>
            <p:spPr bwMode="auto">
              <a:xfrm>
                <a:off x="1475656" y="3573016"/>
                <a:ext cx="748283" cy="421447"/>
              </a:xfrm>
              <a:prstGeom prst="rect">
                <a:avLst/>
              </a:prstGeom>
              <a:noFill/>
            </p:spPr>
          </p:pic>
          <p:pic>
            <p:nvPicPr>
              <p:cNvPr id="147" name="Picture 7" descr="D:\001_ahnlab_work\01_salesmarket\04_행사\120102_RSA컨퍼런스_발표문서\03_V3_APC\source\04_2.png"/>
              <p:cNvPicPr>
                <a:picLocks noChangeAspect="1" noChangeArrowheads="1"/>
              </p:cNvPicPr>
              <p:nvPr/>
            </p:nvPicPr>
            <p:blipFill>
              <a:blip r:embed="rId2" cstate="print">
                <a:grayscl/>
              </a:blip>
              <a:srcRect/>
              <a:stretch>
                <a:fillRect/>
              </a:stretch>
            </p:blipFill>
            <p:spPr bwMode="auto">
              <a:xfrm>
                <a:off x="1475656" y="3337942"/>
                <a:ext cx="748283" cy="421447"/>
              </a:xfrm>
              <a:prstGeom prst="rect">
                <a:avLst/>
              </a:prstGeom>
              <a:noFill/>
            </p:spPr>
          </p:pic>
          <p:pic>
            <p:nvPicPr>
              <p:cNvPr id="148" name="Picture 7" descr="D:\001_ahnlab_work\01_salesmarket\04_행사\120102_RSA컨퍼런스_발표문서\03_V3_APC\source\04_2.png"/>
              <p:cNvPicPr>
                <a:picLocks noChangeAspect="1" noChangeArrowheads="1"/>
              </p:cNvPicPr>
              <p:nvPr/>
            </p:nvPicPr>
            <p:blipFill>
              <a:blip r:embed="rId2" cstate="print">
                <a:grayscl/>
              </a:blip>
              <a:srcRect/>
              <a:stretch>
                <a:fillRect/>
              </a:stretch>
            </p:blipFill>
            <p:spPr bwMode="auto">
              <a:xfrm>
                <a:off x="1475656" y="3111317"/>
                <a:ext cx="748283" cy="421447"/>
              </a:xfrm>
              <a:prstGeom prst="rect">
                <a:avLst/>
              </a:prstGeom>
              <a:noFill/>
            </p:spPr>
          </p:pic>
        </p:grpSp>
        <p:grpSp>
          <p:nvGrpSpPr>
            <p:cNvPr id="138" name="그룹 137"/>
            <p:cNvGrpSpPr/>
            <p:nvPr/>
          </p:nvGrpSpPr>
          <p:grpSpPr>
            <a:xfrm>
              <a:off x="885223" y="6964379"/>
              <a:ext cx="374141" cy="441572"/>
              <a:chOff x="1475656" y="3111317"/>
              <a:chExt cx="748283" cy="883146"/>
            </a:xfrm>
          </p:grpSpPr>
          <p:pic>
            <p:nvPicPr>
              <p:cNvPr id="143" name="Picture 7" descr="D:\001_ahnlab_work\01_salesmarket\04_행사\120102_RSA컨퍼런스_발표문서\03_V3_APC\source\04_2.png"/>
              <p:cNvPicPr>
                <a:picLocks noChangeAspect="1" noChangeArrowheads="1"/>
              </p:cNvPicPr>
              <p:nvPr/>
            </p:nvPicPr>
            <p:blipFill>
              <a:blip r:embed="rId2" cstate="print">
                <a:grayscl/>
              </a:blip>
              <a:srcRect/>
              <a:stretch>
                <a:fillRect/>
              </a:stretch>
            </p:blipFill>
            <p:spPr bwMode="auto">
              <a:xfrm>
                <a:off x="1475656" y="3573016"/>
                <a:ext cx="748283" cy="421447"/>
              </a:xfrm>
              <a:prstGeom prst="rect">
                <a:avLst/>
              </a:prstGeom>
              <a:noFill/>
            </p:spPr>
          </p:pic>
          <p:pic>
            <p:nvPicPr>
              <p:cNvPr id="144" name="Picture 7" descr="D:\001_ahnlab_work\01_salesmarket\04_행사\120102_RSA컨퍼런스_발표문서\03_V3_APC\source\04_2.png"/>
              <p:cNvPicPr>
                <a:picLocks noChangeAspect="1" noChangeArrowheads="1"/>
              </p:cNvPicPr>
              <p:nvPr/>
            </p:nvPicPr>
            <p:blipFill>
              <a:blip r:embed="rId2" cstate="print">
                <a:grayscl/>
              </a:blip>
              <a:srcRect/>
              <a:stretch>
                <a:fillRect/>
              </a:stretch>
            </p:blipFill>
            <p:spPr bwMode="auto">
              <a:xfrm>
                <a:off x="1475656" y="3337942"/>
                <a:ext cx="748283" cy="421447"/>
              </a:xfrm>
              <a:prstGeom prst="rect">
                <a:avLst/>
              </a:prstGeom>
              <a:noFill/>
            </p:spPr>
          </p:pic>
          <p:pic>
            <p:nvPicPr>
              <p:cNvPr id="145" name="Picture 7" descr="D:\001_ahnlab_work\01_salesmarket\04_행사\120102_RSA컨퍼런스_발표문서\03_V3_APC\source\04_2.png"/>
              <p:cNvPicPr>
                <a:picLocks noChangeAspect="1" noChangeArrowheads="1"/>
              </p:cNvPicPr>
              <p:nvPr/>
            </p:nvPicPr>
            <p:blipFill>
              <a:blip r:embed="rId2" cstate="print">
                <a:grayscl/>
              </a:blip>
              <a:srcRect/>
              <a:stretch>
                <a:fillRect/>
              </a:stretch>
            </p:blipFill>
            <p:spPr bwMode="auto">
              <a:xfrm>
                <a:off x="1475656" y="3111317"/>
                <a:ext cx="748283" cy="421447"/>
              </a:xfrm>
              <a:prstGeom prst="rect">
                <a:avLst/>
              </a:prstGeom>
              <a:noFill/>
            </p:spPr>
          </p:pic>
        </p:grpSp>
        <p:grpSp>
          <p:nvGrpSpPr>
            <p:cNvPr id="139" name="그룹 138"/>
            <p:cNvGrpSpPr/>
            <p:nvPr/>
          </p:nvGrpSpPr>
          <p:grpSpPr>
            <a:xfrm>
              <a:off x="719617" y="7132651"/>
              <a:ext cx="374141" cy="441572"/>
              <a:chOff x="1475656" y="3111317"/>
              <a:chExt cx="748283" cy="883146"/>
            </a:xfrm>
          </p:grpSpPr>
          <p:pic>
            <p:nvPicPr>
              <p:cNvPr id="140" name="Picture 7" descr="D:\001_ahnlab_work\01_salesmarket\04_행사\120102_RSA컨퍼런스_발표문서\03_V3_APC\source\04_2.png"/>
              <p:cNvPicPr>
                <a:picLocks noChangeAspect="1" noChangeArrowheads="1"/>
              </p:cNvPicPr>
              <p:nvPr/>
            </p:nvPicPr>
            <p:blipFill>
              <a:blip r:embed="rId2" cstate="print">
                <a:grayscl/>
              </a:blip>
              <a:srcRect/>
              <a:stretch>
                <a:fillRect/>
              </a:stretch>
            </p:blipFill>
            <p:spPr bwMode="auto">
              <a:xfrm>
                <a:off x="1475656" y="3573016"/>
                <a:ext cx="748283" cy="421447"/>
              </a:xfrm>
              <a:prstGeom prst="rect">
                <a:avLst/>
              </a:prstGeom>
              <a:noFill/>
            </p:spPr>
          </p:pic>
          <p:pic>
            <p:nvPicPr>
              <p:cNvPr id="141" name="Picture 7" descr="D:\001_ahnlab_work\01_salesmarket\04_행사\120102_RSA컨퍼런스_발표문서\03_V3_APC\source\04_2.png"/>
              <p:cNvPicPr>
                <a:picLocks noChangeAspect="1" noChangeArrowheads="1"/>
              </p:cNvPicPr>
              <p:nvPr/>
            </p:nvPicPr>
            <p:blipFill>
              <a:blip r:embed="rId2" cstate="print">
                <a:grayscl/>
              </a:blip>
              <a:srcRect/>
              <a:stretch>
                <a:fillRect/>
              </a:stretch>
            </p:blipFill>
            <p:spPr bwMode="auto">
              <a:xfrm>
                <a:off x="1475656" y="3337942"/>
                <a:ext cx="748283" cy="421447"/>
              </a:xfrm>
              <a:prstGeom prst="rect">
                <a:avLst/>
              </a:prstGeom>
              <a:noFill/>
            </p:spPr>
          </p:pic>
          <p:pic>
            <p:nvPicPr>
              <p:cNvPr id="142" name="Picture 7" descr="D:\001_ahnlab_work\01_salesmarket\04_행사\120102_RSA컨퍼런스_발표문서\03_V3_APC\source\04_2.png"/>
              <p:cNvPicPr>
                <a:picLocks noChangeAspect="1" noChangeArrowheads="1"/>
              </p:cNvPicPr>
              <p:nvPr/>
            </p:nvPicPr>
            <p:blipFill>
              <a:blip r:embed="rId2" cstate="print">
                <a:grayscl/>
              </a:blip>
              <a:srcRect/>
              <a:stretch>
                <a:fillRect/>
              </a:stretch>
            </p:blipFill>
            <p:spPr bwMode="auto">
              <a:xfrm>
                <a:off x="1475656" y="3111317"/>
                <a:ext cx="748283" cy="421447"/>
              </a:xfrm>
              <a:prstGeom prst="rect">
                <a:avLst/>
              </a:prstGeom>
              <a:noFill/>
            </p:spPr>
          </p:pic>
        </p:grpSp>
      </p:grpSp>
      <p:sp>
        <p:nvSpPr>
          <p:cNvPr id="149" name="TextBox 19"/>
          <p:cNvSpPr txBox="1">
            <a:spLocks noChangeArrowheads="1"/>
          </p:cNvSpPr>
          <p:nvPr/>
        </p:nvSpPr>
        <p:spPr bwMode="auto">
          <a:xfrm>
            <a:off x="448408" y="3306017"/>
            <a:ext cx="1013509" cy="1921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68415" tIns="34208" rIns="68415" bIns="34208">
            <a:spAutoFit/>
          </a:bodyPr>
          <a:lstStyle/>
          <a:p>
            <a:pPr algn="ctr"/>
            <a:r>
              <a:rPr kumimoji="0" lang="en-US" altLang="ko-KR" sz="800" dirty="0" smtClean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CRM</a:t>
            </a:r>
            <a:endParaRPr kumimoji="0" lang="ko-KR" altLang="en-US" sz="800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grpSp>
        <p:nvGrpSpPr>
          <p:cNvPr id="150" name="그룹 149"/>
          <p:cNvGrpSpPr/>
          <p:nvPr/>
        </p:nvGrpSpPr>
        <p:grpSpPr>
          <a:xfrm>
            <a:off x="558745" y="2748376"/>
            <a:ext cx="778481" cy="584816"/>
            <a:chOff x="549275" y="6944814"/>
            <a:chExt cx="710089" cy="629409"/>
          </a:xfrm>
        </p:grpSpPr>
        <p:grpSp>
          <p:nvGrpSpPr>
            <p:cNvPr id="151" name="그룹 150"/>
            <p:cNvGrpSpPr/>
            <p:nvPr/>
          </p:nvGrpSpPr>
          <p:grpSpPr>
            <a:xfrm>
              <a:off x="549275" y="6944814"/>
              <a:ext cx="374141" cy="441572"/>
              <a:chOff x="1475656" y="3111317"/>
              <a:chExt cx="748283" cy="883146"/>
            </a:xfrm>
          </p:grpSpPr>
          <p:pic>
            <p:nvPicPr>
              <p:cNvPr id="160" name="Picture 7" descr="D:\001_ahnlab_work\01_salesmarket\04_행사\120102_RSA컨퍼런스_발표문서\03_V3_APC\source\04_2.png"/>
              <p:cNvPicPr>
                <a:picLocks noChangeAspect="1" noChangeArrowheads="1"/>
              </p:cNvPicPr>
              <p:nvPr/>
            </p:nvPicPr>
            <p:blipFill>
              <a:blip r:embed="rId2" cstate="print">
                <a:grayscl/>
              </a:blip>
              <a:srcRect/>
              <a:stretch>
                <a:fillRect/>
              </a:stretch>
            </p:blipFill>
            <p:spPr bwMode="auto">
              <a:xfrm>
                <a:off x="1475656" y="3573016"/>
                <a:ext cx="748283" cy="421447"/>
              </a:xfrm>
              <a:prstGeom prst="rect">
                <a:avLst/>
              </a:prstGeom>
              <a:noFill/>
            </p:spPr>
          </p:pic>
          <p:pic>
            <p:nvPicPr>
              <p:cNvPr id="161" name="Picture 7" descr="D:\001_ahnlab_work\01_salesmarket\04_행사\120102_RSA컨퍼런스_발표문서\03_V3_APC\source\04_2.png"/>
              <p:cNvPicPr>
                <a:picLocks noChangeAspect="1" noChangeArrowheads="1"/>
              </p:cNvPicPr>
              <p:nvPr/>
            </p:nvPicPr>
            <p:blipFill>
              <a:blip r:embed="rId2" cstate="print">
                <a:grayscl/>
              </a:blip>
              <a:srcRect/>
              <a:stretch>
                <a:fillRect/>
              </a:stretch>
            </p:blipFill>
            <p:spPr bwMode="auto">
              <a:xfrm>
                <a:off x="1475656" y="3337942"/>
                <a:ext cx="748283" cy="421447"/>
              </a:xfrm>
              <a:prstGeom prst="rect">
                <a:avLst/>
              </a:prstGeom>
              <a:noFill/>
            </p:spPr>
          </p:pic>
          <p:pic>
            <p:nvPicPr>
              <p:cNvPr id="162" name="Picture 7" descr="D:\001_ahnlab_work\01_salesmarket\04_행사\120102_RSA컨퍼런스_발표문서\03_V3_APC\source\04_2.png"/>
              <p:cNvPicPr>
                <a:picLocks noChangeAspect="1" noChangeArrowheads="1"/>
              </p:cNvPicPr>
              <p:nvPr/>
            </p:nvPicPr>
            <p:blipFill>
              <a:blip r:embed="rId2" cstate="print">
                <a:grayscl/>
              </a:blip>
              <a:srcRect/>
              <a:stretch>
                <a:fillRect/>
              </a:stretch>
            </p:blipFill>
            <p:spPr bwMode="auto">
              <a:xfrm>
                <a:off x="1475656" y="3111317"/>
                <a:ext cx="748283" cy="421447"/>
              </a:xfrm>
              <a:prstGeom prst="rect">
                <a:avLst/>
              </a:prstGeom>
              <a:noFill/>
            </p:spPr>
          </p:pic>
        </p:grpSp>
        <p:grpSp>
          <p:nvGrpSpPr>
            <p:cNvPr id="152" name="그룹 151"/>
            <p:cNvGrpSpPr/>
            <p:nvPr/>
          </p:nvGrpSpPr>
          <p:grpSpPr>
            <a:xfrm>
              <a:off x="885223" y="6964379"/>
              <a:ext cx="374141" cy="441572"/>
              <a:chOff x="1475656" y="3111317"/>
              <a:chExt cx="748283" cy="883146"/>
            </a:xfrm>
          </p:grpSpPr>
          <p:pic>
            <p:nvPicPr>
              <p:cNvPr id="157" name="Picture 7" descr="D:\001_ahnlab_work\01_salesmarket\04_행사\120102_RSA컨퍼런스_발표문서\03_V3_APC\source\04_2.png"/>
              <p:cNvPicPr>
                <a:picLocks noChangeAspect="1" noChangeArrowheads="1"/>
              </p:cNvPicPr>
              <p:nvPr/>
            </p:nvPicPr>
            <p:blipFill>
              <a:blip r:embed="rId2" cstate="print">
                <a:grayscl/>
              </a:blip>
              <a:srcRect/>
              <a:stretch>
                <a:fillRect/>
              </a:stretch>
            </p:blipFill>
            <p:spPr bwMode="auto">
              <a:xfrm>
                <a:off x="1475656" y="3573016"/>
                <a:ext cx="748283" cy="421447"/>
              </a:xfrm>
              <a:prstGeom prst="rect">
                <a:avLst/>
              </a:prstGeom>
              <a:noFill/>
            </p:spPr>
          </p:pic>
          <p:pic>
            <p:nvPicPr>
              <p:cNvPr id="158" name="Picture 7" descr="D:\001_ahnlab_work\01_salesmarket\04_행사\120102_RSA컨퍼런스_발표문서\03_V3_APC\source\04_2.png"/>
              <p:cNvPicPr>
                <a:picLocks noChangeAspect="1" noChangeArrowheads="1"/>
              </p:cNvPicPr>
              <p:nvPr/>
            </p:nvPicPr>
            <p:blipFill>
              <a:blip r:embed="rId2" cstate="print">
                <a:grayscl/>
              </a:blip>
              <a:srcRect/>
              <a:stretch>
                <a:fillRect/>
              </a:stretch>
            </p:blipFill>
            <p:spPr bwMode="auto">
              <a:xfrm>
                <a:off x="1475656" y="3337942"/>
                <a:ext cx="748283" cy="421447"/>
              </a:xfrm>
              <a:prstGeom prst="rect">
                <a:avLst/>
              </a:prstGeom>
              <a:noFill/>
            </p:spPr>
          </p:pic>
          <p:pic>
            <p:nvPicPr>
              <p:cNvPr id="159" name="Picture 7" descr="D:\001_ahnlab_work\01_salesmarket\04_행사\120102_RSA컨퍼런스_발표문서\03_V3_APC\source\04_2.png"/>
              <p:cNvPicPr>
                <a:picLocks noChangeAspect="1" noChangeArrowheads="1"/>
              </p:cNvPicPr>
              <p:nvPr/>
            </p:nvPicPr>
            <p:blipFill>
              <a:blip r:embed="rId2" cstate="print">
                <a:grayscl/>
              </a:blip>
              <a:srcRect/>
              <a:stretch>
                <a:fillRect/>
              </a:stretch>
            </p:blipFill>
            <p:spPr bwMode="auto">
              <a:xfrm>
                <a:off x="1475656" y="3111317"/>
                <a:ext cx="748283" cy="421447"/>
              </a:xfrm>
              <a:prstGeom prst="rect">
                <a:avLst/>
              </a:prstGeom>
              <a:noFill/>
            </p:spPr>
          </p:pic>
        </p:grpSp>
        <p:grpSp>
          <p:nvGrpSpPr>
            <p:cNvPr id="153" name="그룹 152"/>
            <p:cNvGrpSpPr/>
            <p:nvPr/>
          </p:nvGrpSpPr>
          <p:grpSpPr>
            <a:xfrm>
              <a:off x="719617" y="7132651"/>
              <a:ext cx="374141" cy="441572"/>
              <a:chOff x="1475656" y="3111317"/>
              <a:chExt cx="748283" cy="883146"/>
            </a:xfrm>
          </p:grpSpPr>
          <p:pic>
            <p:nvPicPr>
              <p:cNvPr id="154" name="Picture 7" descr="D:\001_ahnlab_work\01_salesmarket\04_행사\120102_RSA컨퍼런스_발표문서\03_V3_APC\source\04_2.png"/>
              <p:cNvPicPr>
                <a:picLocks noChangeAspect="1" noChangeArrowheads="1"/>
              </p:cNvPicPr>
              <p:nvPr/>
            </p:nvPicPr>
            <p:blipFill>
              <a:blip r:embed="rId2" cstate="print">
                <a:grayscl/>
              </a:blip>
              <a:srcRect/>
              <a:stretch>
                <a:fillRect/>
              </a:stretch>
            </p:blipFill>
            <p:spPr bwMode="auto">
              <a:xfrm>
                <a:off x="1475656" y="3573016"/>
                <a:ext cx="748283" cy="421447"/>
              </a:xfrm>
              <a:prstGeom prst="rect">
                <a:avLst/>
              </a:prstGeom>
              <a:noFill/>
            </p:spPr>
          </p:pic>
          <p:pic>
            <p:nvPicPr>
              <p:cNvPr id="155" name="Picture 7" descr="D:\001_ahnlab_work\01_salesmarket\04_행사\120102_RSA컨퍼런스_발표문서\03_V3_APC\source\04_2.png"/>
              <p:cNvPicPr>
                <a:picLocks noChangeAspect="1" noChangeArrowheads="1"/>
              </p:cNvPicPr>
              <p:nvPr/>
            </p:nvPicPr>
            <p:blipFill>
              <a:blip r:embed="rId2" cstate="print">
                <a:grayscl/>
              </a:blip>
              <a:srcRect/>
              <a:stretch>
                <a:fillRect/>
              </a:stretch>
            </p:blipFill>
            <p:spPr bwMode="auto">
              <a:xfrm>
                <a:off x="1475656" y="3337942"/>
                <a:ext cx="748283" cy="421447"/>
              </a:xfrm>
              <a:prstGeom prst="rect">
                <a:avLst/>
              </a:prstGeom>
              <a:noFill/>
            </p:spPr>
          </p:pic>
          <p:pic>
            <p:nvPicPr>
              <p:cNvPr id="156" name="Picture 7" descr="D:\001_ahnlab_work\01_salesmarket\04_행사\120102_RSA컨퍼런스_발표문서\03_V3_APC\source\04_2.png"/>
              <p:cNvPicPr>
                <a:picLocks noChangeAspect="1" noChangeArrowheads="1"/>
              </p:cNvPicPr>
              <p:nvPr/>
            </p:nvPicPr>
            <p:blipFill>
              <a:blip r:embed="rId2" cstate="print">
                <a:grayscl/>
              </a:blip>
              <a:srcRect/>
              <a:stretch>
                <a:fillRect/>
              </a:stretch>
            </p:blipFill>
            <p:spPr bwMode="auto">
              <a:xfrm>
                <a:off x="1475656" y="3111317"/>
                <a:ext cx="748283" cy="421447"/>
              </a:xfrm>
              <a:prstGeom prst="rect">
                <a:avLst/>
              </a:prstGeom>
              <a:noFill/>
            </p:spPr>
          </p:pic>
        </p:grpSp>
      </p:grpSp>
      <p:sp>
        <p:nvSpPr>
          <p:cNvPr id="163" name="TextBox 19"/>
          <p:cNvSpPr txBox="1">
            <a:spLocks noChangeArrowheads="1"/>
          </p:cNvSpPr>
          <p:nvPr/>
        </p:nvSpPr>
        <p:spPr bwMode="auto">
          <a:xfrm>
            <a:off x="462165" y="4147043"/>
            <a:ext cx="1013509" cy="1921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68415" tIns="34208" rIns="68415" bIns="34208">
            <a:spAutoFit/>
          </a:bodyPr>
          <a:lstStyle/>
          <a:p>
            <a:pPr algn="ctr"/>
            <a:r>
              <a:rPr kumimoji="0" lang="en-US" altLang="ko-KR" sz="800" dirty="0" smtClean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SCM</a:t>
            </a:r>
            <a:endParaRPr kumimoji="0" lang="ko-KR" altLang="en-US" sz="800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grpSp>
        <p:nvGrpSpPr>
          <p:cNvPr id="164" name="그룹 163"/>
          <p:cNvGrpSpPr/>
          <p:nvPr/>
        </p:nvGrpSpPr>
        <p:grpSpPr>
          <a:xfrm>
            <a:off x="572502" y="3590701"/>
            <a:ext cx="778481" cy="584816"/>
            <a:chOff x="549275" y="6944814"/>
            <a:chExt cx="710089" cy="629409"/>
          </a:xfrm>
        </p:grpSpPr>
        <p:grpSp>
          <p:nvGrpSpPr>
            <p:cNvPr id="165" name="그룹 164"/>
            <p:cNvGrpSpPr/>
            <p:nvPr/>
          </p:nvGrpSpPr>
          <p:grpSpPr>
            <a:xfrm>
              <a:off x="549275" y="6944814"/>
              <a:ext cx="374141" cy="441572"/>
              <a:chOff x="1475656" y="3111317"/>
              <a:chExt cx="748283" cy="883146"/>
            </a:xfrm>
          </p:grpSpPr>
          <p:pic>
            <p:nvPicPr>
              <p:cNvPr id="174" name="Picture 7" descr="D:\001_ahnlab_work\01_salesmarket\04_행사\120102_RSA컨퍼런스_발표문서\03_V3_APC\source\04_2.png"/>
              <p:cNvPicPr>
                <a:picLocks noChangeAspect="1" noChangeArrowheads="1"/>
              </p:cNvPicPr>
              <p:nvPr/>
            </p:nvPicPr>
            <p:blipFill>
              <a:blip r:embed="rId2" cstate="print">
                <a:grayscl/>
              </a:blip>
              <a:srcRect/>
              <a:stretch>
                <a:fillRect/>
              </a:stretch>
            </p:blipFill>
            <p:spPr bwMode="auto">
              <a:xfrm>
                <a:off x="1475656" y="3573016"/>
                <a:ext cx="748283" cy="421447"/>
              </a:xfrm>
              <a:prstGeom prst="rect">
                <a:avLst/>
              </a:prstGeom>
              <a:noFill/>
            </p:spPr>
          </p:pic>
          <p:pic>
            <p:nvPicPr>
              <p:cNvPr id="175" name="Picture 7" descr="D:\001_ahnlab_work\01_salesmarket\04_행사\120102_RSA컨퍼런스_발표문서\03_V3_APC\source\04_2.png"/>
              <p:cNvPicPr>
                <a:picLocks noChangeAspect="1" noChangeArrowheads="1"/>
              </p:cNvPicPr>
              <p:nvPr/>
            </p:nvPicPr>
            <p:blipFill>
              <a:blip r:embed="rId2" cstate="print">
                <a:grayscl/>
              </a:blip>
              <a:srcRect/>
              <a:stretch>
                <a:fillRect/>
              </a:stretch>
            </p:blipFill>
            <p:spPr bwMode="auto">
              <a:xfrm>
                <a:off x="1475656" y="3337942"/>
                <a:ext cx="748283" cy="421447"/>
              </a:xfrm>
              <a:prstGeom prst="rect">
                <a:avLst/>
              </a:prstGeom>
              <a:noFill/>
            </p:spPr>
          </p:pic>
          <p:pic>
            <p:nvPicPr>
              <p:cNvPr id="176" name="Picture 7" descr="D:\001_ahnlab_work\01_salesmarket\04_행사\120102_RSA컨퍼런스_발표문서\03_V3_APC\source\04_2.png"/>
              <p:cNvPicPr>
                <a:picLocks noChangeAspect="1" noChangeArrowheads="1"/>
              </p:cNvPicPr>
              <p:nvPr/>
            </p:nvPicPr>
            <p:blipFill>
              <a:blip r:embed="rId2" cstate="print">
                <a:grayscl/>
              </a:blip>
              <a:srcRect/>
              <a:stretch>
                <a:fillRect/>
              </a:stretch>
            </p:blipFill>
            <p:spPr bwMode="auto">
              <a:xfrm>
                <a:off x="1475656" y="3111317"/>
                <a:ext cx="748283" cy="421447"/>
              </a:xfrm>
              <a:prstGeom prst="rect">
                <a:avLst/>
              </a:prstGeom>
              <a:noFill/>
            </p:spPr>
          </p:pic>
        </p:grpSp>
        <p:grpSp>
          <p:nvGrpSpPr>
            <p:cNvPr id="166" name="그룹 165"/>
            <p:cNvGrpSpPr/>
            <p:nvPr/>
          </p:nvGrpSpPr>
          <p:grpSpPr>
            <a:xfrm>
              <a:off x="885223" y="6964379"/>
              <a:ext cx="374141" cy="441572"/>
              <a:chOff x="1475656" y="3111317"/>
              <a:chExt cx="748283" cy="883146"/>
            </a:xfrm>
          </p:grpSpPr>
          <p:pic>
            <p:nvPicPr>
              <p:cNvPr id="171" name="Picture 7" descr="D:\001_ahnlab_work\01_salesmarket\04_행사\120102_RSA컨퍼런스_발표문서\03_V3_APC\source\04_2.png"/>
              <p:cNvPicPr>
                <a:picLocks noChangeAspect="1" noChangeArrowheads="1"/>
              </p:cNvPicPr>
              <p:nvPr/>
            </p:nvPicPr>
            <p:blipFill>
              <a:blip r:embed="rId2" cstate="print">
                <a:grayscl/>
              </a:blip>
              <a:srcRect/>
              <a:stretch>
                <a:fillRect/>
              </a:stretch>
            </p:blipFill>
            <p:spPr bwMode="auto">
              <a:xfrm>
                <a:off x="1475656" y="3573016"/>
                <a:ext cx="748283" cy="421447"/>
              </a:xfrm>
              <a:prstGeom prst="rect">
                <a:avLst/>
              </a:prstGeom>
              <a:noFill/>
            </p:spPr>
          </p:pic>
          <p:pic>
            <p:nvPicPr>
              <p:cNvPr id="172" name="Picture 7" descr="D:\001_ahnlab_work\01_salesmarket\04_행사\120102_RSA컨퍼런스_발표문서\03_V3_APC\source\04_2.png"/>
              <p:cNvPicPr>
                <a:picLocks noChangeAspect="1" noChangeArrowheads="1"/>
              </p:cNvPicPr>
              <p:nvPr/>
            </p:nvPicPr>
            <p:blipFill>
              <a:blip r:embed="rId2" cstate="print">
                <a:grayscl/>
              </a:blip>
              <a:srcRect/>
              <a:stretch>
                <a:fillRect/>
              </a:stretch>
            </p:blipFill>
            <p:spPr bwMode="auto">
              <a:xfrm>
                <a:off x="1475656" y="3337942"/>
                <a:ext cx="748283" cy="421447"/>
              </a:xfrm>
              <a:prstGeom prst="rect">
                <a:avLst/>
              </a:prstGeom>
              <a:noFill/>
            </p:spPr>
          </p:pic>
          <p:pic>
            <p:nvPicPr>
              <p:cNvPr id="173" name="Picture 7" descr="D:\001_ahnlab_work\01_salesmarket\04_행사\120102_RSA컨퍼런스_발표문서\03_V3_APC\source\04_2.png"/>
              <p:cNvPicPr>
                <a:picLocks noChangeAspect="1" noChangeArrowheads="1"/>
              </p:cNvPicPr>
              <p:nvPr/>
            </p:nvPicPr>
            <p:blipFill>
              <a:blip r:embed="rId2" cstate="print">
                <a:grayscl/>
              </a:blip>
              <a:srcRect/>
              <a:stretch>
                <a:fillRect/>
              </a:stretch>
            </p:blipFill>
            <p:spPr bwMode="auto">
              <a:xfrm>
                <a:off x="1475656" y="3111317"/>
                <a:ext cx="748283" cy="421447"/>
              </a:xfrm>
              <a:prstGeom prst="rect">
                <a:avLst/>
              </a:prstGeom>
              <a:noFill/>
            </p:spPr>
          </p:pic>
        </p:grpSp>
        <p:grpSp>
          <p:nvGrpSpPr>
            <p:cNvPr id="167" name="그룹 166"/>
            <p:cNvGrpSpPr/>
            <p:nvPr/>
          </p:nvGrpSpPr>
          <p:grpSpPr>
            <a:xfrm>
              <a:off x="719617" y="7132651"/>
              <a:ext cx="374141" cy="441572"/>
              <a:chOff x="1475656" y="3111317"/>
              <a:chExt cx="748283" cy="883146"/>
            </a:xfrm>
          </p:grpSpPr>
          <p:pic>
            <p:nvPicPr>
              <p:cNvPr id="168" name="Picture 7" descr="D:\001_ahnlab_work\01_salesmarket\04_행사\120102_RSA컨퍼런스_발표문서\03_V3_APC\source\04_2.png"/>
              <p:cNvPicPr>
                <a:picLocks noChangeAspect="1" noChangeArrowheads="1"/>
              </p:cNvPicPr>
              <p:nvPr/>
            </p:nvPicPr>
            <p:blipFill>
              <a:blip r:embed="rId2" cstate="print">
                <a:grayscl/>
              </a:blip>
              <a:srcRect/>
              <a:stretch>
                <a:fillRect/>
              </a:stretch>
            </p:blipFill>
            <p:spPr bwMode="auto">
              <a:xfrm>
                <a:off x="1475656" y="3573016"/>
                <a:ext cx="748283" cy="421447"/>
              </a:xfrm>
              <a:prstGeom prst="rect">
                <a:avLst/>
              </a:prstGeom>
              <a:noFill/>
            </p:spPr>
          </p:pic>
          <p:pic>
            <p:nvPicPr>
              <p:cNvPr id="169" name="Picture 7" descr="D:\001_ahnlab_work\01_salesmarket\04_행사\120102_RSA컨퍼런스_발표문서\03_V3_APC\source\04_2.png"/>
              <p:cNvPicPr>
                <a:picLocks noChangeAspect="1" noChangeArrowheads="1"/>
              </p:cNvPicPr>
              <p:nvPr/>
            </p:nvPicPr>
            <p:blipFill>
              <a:blip r:embed="rId2" cstate="print">
                <a:grayscl/>
              </a:blip>
              <a:srcRect/>
              <a:stretch>
                <a:fillRect/>
              </a:stretch>
            </p:blipFill>
            <p:spPr bwMode="auto">
              <a:xfrm>
                <a:off x="1475656" y="3337942"/>
                <a:ext cx="748283" cy="421447"/>
              </a:xfrm>
              <a:prstGeom prst="rect">
                <a:avLst/>
              </a:prstGeom>
              <a:noFill/>
            </p:spPr>
          </p:pic>
          <p:pic>
            <p:nvPicPr>
              <p:cNvPr id="170" name="Picture 7" descr="D:\001_ahnlab_work\01_salesmarket\04_행사\120102_RSA컨퍼런스_발표문서\03_V3_APC\source\04_2.png"/>
              <p:cNvPicPr>
                <a:picLocks noChangeAspect="1" noChangeArrowheads="1"/>
              </p:cNvPicPr>
              <p:nvPr/>
            </p:nvPicPr>
            <p:blipFill>
              <a:blip r:embed="rId2" cstate="print">
                <a:grayscl/>
              </a:blip>
              <a:srcRect/>
              <a:stretch>
                <a:fillRect/>
              </a:stretch>
            </p:blipFill>
            <p:spPr bwMode="auto">
              <a:xfrm>
                <a:off x="1475656" y="3111317"/>
                <a:ext cx="748283" cy="421447"/>
              </a:xfrm>
              <a:prstGeom prst="rect">
                <a:avLst/>
              </a:prstGeom>
              <a:noFill/>
            </p:spPr>
          </p:pic>
        </p:grpSp>
      </p:grpSp>
      <p:cxnSp>
        <p:nvCxnSpPr>
          <p:cNvPr id="1040" name="직선 연결선 1039"/>
          <p:cNvCxnSpPr/>
          <p:nvPr/>
        </p:nvCxnSpPr>
        <p:spPr>
          <a:xfrm flipV="1">
            <a:off x="1511563" y="2349501"/>
            <a:ext cx="2462217" cy="1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prstDash val="sysDash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1" name="직선 화살표 연결선 210"/>
          <p:cNvCxnSpPr/>
          <p:nvPr/>
        </p:nvCxnSpPr>
        <p:spPr>
          <a:xfrm flipH="1" flipV="1">
            <a:off x="5513559" y="3812602"/>
            <a:ext cx="1" cy="348556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9" name="직선 화살표 연결선 178"/>
          <p:cNvCxnSpPr/>
          <p:nvPr/>
        </p:nvCxnSpPr>
        <p:spPr>
          <a:xfrm>
            <a:off x="6418035" y="2591064"/>
            <a:ext cx="1019598" cy="8627"/>
          </a:xfrm>
          <a:prstGeom prst="straightConnector1">
            <a:avLst/>
          </a:prstGeom>
          <a:ln w="12700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9" name="Freeform 26"/>
          <p:cNvSpPr>
            <a:spLocks/>
          </p:cNvSpPr>
          <p:nvPr/>
        </p:nvSpPr>
        <p:spPr bwMode="gray">
          <a:xfrm rot="10800000" flipV="1">
            <a:off x="6205695" y="5157192"/>
            <a:ext cx="641584" cy="278090"/>
          </a:xfrm>
          <a:custGeom>
            <a:avLst/>
            <a:gdLst/>
            <a:ahLst/>
            <a:cxnLst>
              <a:cxn ang="0">
                <a:pos x="64" y="408"/>
              </a:cxn>
              <a:cxn ang="0">
                <a:pos x="70" y="406"/>
              </a:cxn>
              <a:cxn ang="0">
                <a:pos x="86" y="398"/>
              </a:cxn>
              <a:cxn ang="0">
                <a:pos x="110" y="388"/>
              </a:cxn>
              <a:cxn ang="0">
                <a:pos x="144" y="370"/>
              </a:cxn>
              <a:cxn ang="0">
                <a:pos x="184" y="350"/>
              </a:cxn>
              <a:cxn ang="0">
                <a:pos x="230" y="324"/>
              </a:cxn>
              <a:cxn ang="0">
                <a:pos x="282" y="292"/>
              </a:cxn>
              <a:cxn ang="0">
                <a:pos x="338" y="256"/>
              </a:cxn>
              <a:cxn ang="0">
                <a:pos x="396" y="216"/>
              </a:cxn>
              <a:cxn ang="0">
                <a:pos x="458" y="170"/>
              </a:cxn>
              <a:cxn ang="0">
                <a:pos x="518" y="118"/>
              </a:cxn>
              <a:cxn ang="0">
                <a:pos x="580" y="62"/>
              </a:cxn>
              <a:cxn ang="0">
                <a:pos x="640" y="0"/>
              </a:cxn>
              <a:cxn ang="0">
                <a:pos x="644" y="4"/>
              </a:cxn>
              <a:cxn ang="0">
                <a:pos x="654" y="14"/>
              </a:cxn>
              <a:cxn ang="0">
                <a:pos x="672" y="30"/>
              </a:cxn>
              <a:cxn ang="0">
                <a:pos x="698" y="52"/>
              </a:cxn>
              <a:cxn ang="0">
                <a:pos x="730" y="80"/>
              </a:cxn>
              <a:cxn ang="0">
                <a:pos x="768" y="110"/>
              </a:cxn>
              <a:cxn ang="0">
                <a:pos x="814" y="146"/>
              </a:cxn>
              <a:cxn ang="0">
                <a:pos x="866" y="184"/>
              </a:cxn>
              <a:cxn ang="0">
                <a:pos x="926" y="224"/>
              </a:cxn>
              <a:cxn ang="0">
                <a:pos x="992" y="268"/>
              </a:cxn>
              <a:cxn ang="0">
                <a:pos x="1062" y="312"/>
              </a:cxn>
              <a:cxn ang="0">
                <a:pos x="1140" y="356"/>
              </a:cxn>
              <a:cxn ang="0">
                <a:pos x="1224" y="400"/>
              </a:cxn>
              <a:cxn ang="0">
                <a:pos x="976" y="400"/>
              </a:cxn>
              <a:cxn ang="0">
                <a:pos x="976" y="406"/>
              </a:cxn>
              <a:cxn ang="0">
                <a:pos x="978" y="422"/>
              </a:cxn>
              <a:cxn ang="0">
                <a:pos x="982" y="448"/>
              </a:cxn>
              <a:cxn ang="0">
                <a:pos x="990" y="482"/>
              </a:cxn>
              <a:cxn ang="0">
                <a:pos x="1002" y="526"/>
              </a:cxn>
              <a:cxn ang="0">
                <a:pos x="1018" y="576"/>
              </a:cxn>
              <a:cxn ang="0">
                <a:pos x="1042" y="634"/>
              </a:cxn>
              <a:cxn ang="0">
                <a:pos x="1072" y="696"/>
              </a:cxn>
              <a:cxn ang="0">
                <a:pos x="1112" y="764"/>
              </a:cxn>
              <a:cxn ang="0">
                <a:pos x="1160" y="838"/>
              </a:cxn>
              <a:cxn ang="0">
                <a:pos x="1218" y="914"/>
              </a:cxn>
              <a:cxn ang="0">
                <a:pos x="1288" y="992"/>
              </a:cxn>
              <a:cxn ang="0">
                <a:pos x="0" y="992"/>
              </a:cxn>
              <a:cxn ang="0">
                <a:pos x="4" y="988"/>
              </a:cxn>
              <a:cxn ang="0">
                <a:pos x="14" y="976"/>
              </a:cxn>
              <a:cxn ang="0">
                <a:pos x="30" y="958"/>
              </a:cxn>
              <a:cxn ang="0">
                <a:pos x="50" y="934"/>
              </a:cxn>
              <a:cxn ang="0">
                <a:pos x="74" y="906"/>
              </a:cxn>
              <a:cxn ang="0">
                <a:pos x="102" y="870"/>
              </a:cxn>
              <a:cxn ang="0">
                <a:pos x="132" y="832"/>
              </a:cxn>
              <a:cxn ang="0">
                <a:pos x="162" y="790"/>
              </a:cxn>
              <a:cxn ang="0">
                <a:pos x="192" y="746"/>
              </a:cxn>
              <a:cxn ang="0">
                <a:pos x="222" y="700"/>
              </a:cxn>
              <a:cxn ang="0">
                <a:pos x="250" y="652"/>
              </a:cxn>
              <a:cxn ang="0">
                <a:pos x="276" y="604"/>
              </a:cxn>
              <a:cxn ang="0">
                <a:pos x="300" y="556"/>
              </a:cxn>
              <a:cxn ang="0">
                <a:pos x="316" y="508"/>
              </a:cxn>
              <a:cxn ang="0">
                <a:pos x="330" y="460"/>
              </a:cxn>
              <a:cxn ang="0">
                <a:pos x="336" y="416"/>
              </a:cxn>
              <a:cxn ang="0">
                <a:pos x="64" y="408"/>
              </a:cxn>
            </a:cxnLst>
            <a:rect l="0" t="0" r="r" b="b"/>
            <a:pathLst>
              <a:path w="1288" h="992">
                <a:moveTo>
                  <a:pt x="64" y="408"/>
                </a:moveTo>
                <a:lnTo>
                  <a:pt x="70" y="406"/>
                </a:lnTo>
                <a:lnTo>
                  <a:pt x="86" y="398"/>
                </a:lnTo>
                <a:lnTo>
                  <a:pt x="110" y="388"/>
                </a:lnTo>
                <a:lnTo>
                  <a:pt x="144" y="370"/>
                </a:lnTo>
                <a:lnTo>
                  <a:pt x="184" y="350"/>
                </a:lnTo>
                <a:lnTo>
                  <a:pt x="230" y="324"/>
                </a:lnTo>
                <a:lnTo>
                  <a:pt x="282" y="292"/>
                </a:lnTo>
                <a:lnTo>
                  <a:pt x="338" y="256"/>
                </a:lnTo>
                <a:lnTo>
                  <a:pt x="396" y="216"/>
                </a:lnTo>
                <a:lnTo>
                  <a:pt x="458" y="170"/>
                </a:lnTo>
                <a:lnTo>
                  <a:pt x="518" y="118"/>
                </a:lnTo>
                <a:lnTo>
                  <a:pt x="580" y="62"/>
                </a:lnTo>
                <a:lnTo>
                  <a:pt x="640" y="0"/>
                </a:lnTo>
                <a:lnTo>
                  <a:pt x="644" y="4"/>
                </a:lnTo>
                <a:lnTo>
                  <a:pt x="654" y="14"/>
                </a:lnTo>
                <a:lnTo>
                  <a:pt x="672" y="30"/>
                </a:lnTo>
                <a:lnTo>
                  <a:pt x="698" y="52"/>
                </a:lnTo>
                <a:lnTo>
                  <a:pt x="730" y="80"/>
                </a:lnTo>
                <a:lnTo>
                  <a:pt x="768" y="110"/>
                </a:lnTo>
                <a:lnTo>
                  <a:pt x="814" y="146"/>
                </a:lnTo>
                <a:lnTo>
                  <a:pt x="866" y="184"/>
                </a:lnTo>
                <a:lnTo>
                  <a:pt x="926" y="224"/>
                </a:lnTo>
                <a:lnTo>
                  <a:pt x="992" y="268"/>
                </a:lnTo>
                <a:lnTo>
                  <a:pt x="1062" y="312"/>
                </a:lnTo>
                <a:lnTo>
                  <a:pt x="1140" y="356"/>
                </a:lnTo>
                <a:lnTo>
                  <a:pt x="1224" y="400"/>
                </a:lnTo>
                <a:lnTo>
                  <a:pt x="976" y="400"/>
                </a:lnTo>
                <a:lnTo>
                  <a:pt x="976" y="406"/>
                </a:lnTo>
                <a:lnTo>
                  <a:pt x="978" y="422"/>
                </a:lnTo>
                <a:lnTo>
                  <a:pt x="982" y="448"/>
                </a:lnTo>
                <a:lnTo>
                  <a:pt x="990" y="482"/>
                </a:lnTo>
                <a:lnTo>
                  <a:pt x="1002" y="526"/>
                </a:lnTo>
                <a:lnTo>
                  <a:pt x="1018" y="576"/>
                </a:lnTo>
                <a:lnTo>
                  <a:pt x="1042" y="634"/>
                </a:lnTo>
                <a:lnTo>
                  <a:pt x="1072" y="696"/>
                </a:lnTo>
                <a:lnTo>
                  <a:pt x="1112" y="764"/>
                </a:lnTo>
                <a:lnTo>
                  <a:pt x="1160" y="838"/>
                </a:lnTo>
                <a:lnTo>
                  <a:pt x="1218" y="914"/>
                </a:lnTo>
                <a:lnTo>
                  <a:pt x="1288" y="992"/>
                </a:lnTo>
                <a:lnTo>
                  <a:pt x="0" y="992"/>
                </a:lnTo>
                <a:lnTo>
                  <a:pt x="4" y="988"/>
                </a:lnTo>
                <a:lnTo>
                  <a:pt x="14" y="976"/>
                </a:lnTo>
                <a:lnTo>
                  <a:pt x="30" y="958"/>
                </a:lnTo>
                <a:lnTo>
                  <a:pt x="50" y="934"/>
                </a:lnTo>
                <a:lnTo>
                  <a:pt x="74" y="906"/>
                </a:lnTo>
                <a:lnTo>
                  <a:pt x="102" y="870"/>
                </a:lnTo>
                <a:lnTo>
                  <a:pt x="132" y="832"/>
                </a:lnTo>
                <a:lnTo>
                  <a:pt x="162" y="790"/>
                </a:lnTo>
                <a:lnTo>
                  <a:pt x="192" y="746"/>
                </a:lnTo>
                <a:lnTo>
                  <a:pt x="222" y="700"/>
                </a:lnTo>
                <a:lnTo>
                  <a:pt x="250" y="652"/>
                </a:lnTo>
                <a:lnTo>
                  <a:pt x="276" y="604"/>
                </a:lnTo>
                <a:lnTo>
                  <a:pt x="300" y="556"/>
                </a:lnTo>
                <a:lnTo>
                  <a:pt x="316" y="508"/>
                </a:lnTo>
                <a:lnTo>
                  <a:pt x="330" y="460"/>
                </a:lnTo>
                <a:lnTo>
                  <a:pt x="336" y="416"/>
                </a:lnTo>
                <a:lnTo>
                  <a:pt x="64" y="408"/>
                </a:lnTo>
                <a:close/>
              </a:path>
            </a:pathLst>
          </a:custGeom>
          <a:gradFill>
            <a:gsLst>
              <a:gs pos="0">
                <a:schemeClr val="bg1"/>
              </a:gs>
              <a:gs pos="50000">
                <a:schemeClr val="bg1">
                  <a:lumMod val="85000"/>
                </a:schemeClr>
              </a:gs>
              <a:gs pos="100000">
                <a:schemeClr val="bg1">
                  <a:lumMod val="75000"/>
                </a:schemeClr>
              </a:gs>
            </a:gsLst>
            <a:lin ang="16200000" scaled="0"/>
          </a:gra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  <a:buClr>
                <a:srgbClr val="FCAF17"/>
              </a:buClr>
              <a:defRPr/>
            </a:pPr>
            <a:endParaRPr lang="ko-KR" altLang="en-US" dirty="0">
              <a:solidFill>
                <a:prstClr val="black"/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cxnSp>
        <p:nvCxnSpPr>
          <p:cNvPr id="183" name="꺾인 연결선 182"/>
          <p:cNvCxnSpPr>
            <a:endCxn id="92" idx="1"/>
          </p:cNvCxnSpPr>
          <p:nvPr/>
        </p:nvCxnSpPr>
        <p:spPr>
          <a:xfrm flipV="1">
            <a:off x="5919435" y="4925744"/>
            <a:ext cx="370470" cy="154968"/>
          </a:xfrm>
          <a:prstGeom prst="bentConnector3">
            <a:avLst/>
          </a:prstGeom>
          <a:ln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5" name="꺾인 연결선 184"/>
          <p:cNvCxnSpPr>
            <a:stCxn id="85" idx="3"/>
            <a:endCxn id="93" idx="1"/>
          </p:cNvCxnSpPr>
          <p:nvPr/>
        </p:nvCxnSpPr>
        <p:spPr>
          <a:xfrm>
            <a:off x="5919435" y="5205053"/>
            <a:ext cx="370470" cy="615636"/>
          </a:xfrm>
          <a:prstGeom prst="bentConnector3">
            <a:avLst/>
          </a:prstGeom>
          <a:ln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4" name="TextBox 193"/>
          <p:cNvSpPr txBox="1"/>
          <p:nvPr/>
        </p:nvSpPr>
        <p:spPr>
          <a:xfrm>
            <a:off x="5121398" y="1772818"/>
            <a:ext cx="938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 smtClean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Management</a:t>
            </a:r>
          </a:p>
          <a:p>
            <a:pPr marL="85725" indent="-85725">
              <a:buFont typeface="Arial" panose="020B0604020202020204" pitchFamily="34" charset="0"/>
              <a:buChar char="•"/>
            </a:pPr>
            <a:r>
              <a:rPr lang="en-US" altLang="ko-KR" sz="700" dirty="0" smtClean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Authority</a:t>
            </a:r>
          </a:p>
          <a:p>
            <a:pPr marL="85725" indent="-85725">
              <a:buFont typeface="Arial" panose="020B0604020202020204" pitchFamily="34" charset="0"/>
              <a:buChar char="•"/>
            </a:pPr>
            <a:r>
              <a:rPr lang="en-US" altLang="ko-KR" sz="700" dirty="0" smtClean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Resource</a:t>
            </a:r>
          </a:p>
          <a:p>
            <a:pPr marL="85725" indent="-85725">
              <a:buFont typeface="Arial" panose="020B0604020202020204" pitchFamily="34" charset="0"/>
              <a:buChar char="•"/>
            </a:pPr>
            <a:r>
              <a:rPr lang="en-US" altLang="ko-KR" sz="700" dirty="0" smtClean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Performance</a:t>
            </a:r>
          </a:p>
          <a:p>
            <a:pPr marL="85725" indent="-85725">
              <a:buFont typeface="Arial" panose="020B0604020202020204" pitchFamily="34" charset="0"/>
              <a:buChar char="•"/>
            </a:pPr>
            <a:r>
              <a:rPr lang="en-US" altLang="ko-KR" sz="700" dirty="0" smtClean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Scheduling</a:t>
            </a:r>
            <a:endParaRPr lang="ko-KR" altLang="en-US" sz="700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cxnSp>
        <p:nvCxnSpPr>
          <p:cNvPr id="197" name="꺾인 연결선 196"/>
          <p:cNvCxnSpPr>
            <a:stCxn id="84" idx="2"/>
            <a:endCxn id="79" idx="0"/>
          </p:cNvCxnSpPr>
          <p:nvPr/>
        </p:nvCxnSpPr>
        <p:spPr>
          <a:xfrm rot="16200000" flipH="1">
            <a:off x="4791269" y="2830473"/>
            <a:ext cx="299002" cy="502838"/>
          </a:xfrm>
          <a:prstGeom prst="bentConnector3">
            <a:avLst/>
          </a:prstGeom>
          <a:ln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6" name="Picture 3"/>
          <p:cNvPicPr>
            <a:picLocks noChangeAspect="1" noChangeArrowheads="1"/>
          </p:cNvPicPr>
          <p:nvPr/>
        </p:nvPicPr>
        <p:blipFill rotWithShape="1"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7559748" y="1916833"/>
            <a:ext cx="999175" cy="670431"/>
          </a:xfrm>
          <a:prstGeom prst="rect">
            <a:avLst/>
          </a:prstGeom>
          <a:noFill/>
          <a:ln w="9525">
            <a:solidFill>
              <a:schemeClr val="bg1">
                <a:lumMod val="65000"/>
              </a:schemeClr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sp>
        <p:nvSpPr>
          <p:cNvPr id="244" name="TextBox 243"/>
          <p:cNvSpPr txBox="1"/>
          <p:nvPr/>
        </p:nvSpPr>
        <p:spPr>
          <a:xfrm>
            <a:off x="7569203" y="2606950"/>
            <a:ext cx="98418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900" b="1" dirty="0" smtClean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보고서 제작 툴</a:t>
            </a:r>
            <a:endParaRPr lang="en-US" altLang="ko-KR" sz="900" b="1" dirty="0" smtClean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246" name="Freeform 26"/>
          <p:cNvSpPr>
            <a:spLocks/>
          </p:cNvSpPr>
          <p:nvPr/>
        </p:nvSpPr>
        <p:spPr bwMode="gray">
          <a:xfrm>
            <a:off x="7722120" y="2935961"/>
            <a:ext cx="641584" cy="277017"/>
          </a:xfrm>
          <a:custGeom>
            <a:avLst/>
            <a:gdLst/>
            <a:ahLst/>
            <a:cxnLst>
              <a:cxn ang="0">
                <a:pos x="64" y="408"/>
              </a:cxn>
              <a:cxn ang="0">
                <a:pos x="70" y="406"/>
              </a:cxn>
              <a:cxn ang="0">
                <a:pos x="86" y="398"/>
              </a:cxn>
              <a:cxn ang="0">
                <a:pos x="110" y="388"/>
              </a:cxn>
              <a:cxn ang="0">
                <a:pos x="144" y="370"/>
              </a:cxn>
              <a:cxn ang="0">
                <a:pos x="184" y="350"/>
              </a:cxn>
              <a:cxn ang="0">
                <a:pos x="230" y="324"/>
              </a:cxn>
              <a:cxn ang="0">
                <a:pos x="282" y="292"/>
              </a:cxn>
              <a:cxn ang="0">
                <a:pos x="338" y="256"/>
              </a:cxn>
              <a:cxn ang="0">
                <a:pos x="396" y="216"/>
              </a:cxn>
              <a:cxn ang="0">
                <a:pos x="458" y="170"/>
              </a:cxn>
              <a:cxn ang="0">
                <a:pos x="518" y="118"/>
              </a:cxn>
              <a:cxn ang="0">
                <a:pos x="580" y="62"/>
              </a:cxn>
              <a:cxn ang="0">
                <a:pos x="640" y="0"/>
              </a:cxn>
              <a:cxn ang="0">
                <a:pos x="644" y="4"/>
              </a:cxn>
              <a:cxn ang="0">
                <a:pos x="654" y="14"/>
              </a:cxn>
              <a:cxn ang="0">
                <a:pos x="672" y="30"/>
              </a:cxn>
              <a:cxn ang="0">
                <a:pos x="698" y="52"/>
              </a:cxn>
              <a:cxn ang="0">
                <a:pos x="730" y="80"/>
              </a:cxn>
              <a:cxn ang="0">
                <a:pos x="768" y="110"/>
              </a:cxn>
              <a:cxn ang="0">
                <a:pos x="814" y="146"/>
              </a:cxn>
              <a:cxn ang="0">
                <a:pos x="866" y="184"/>
              </a:cxn>
              <a:cxn ang="0">
                <a:pos x="926" y="224"/>
              </a:cxn>
              <a:cxn ang="0">
                <a:pos x="992" y="268"/>
              </a:cxn>
              <a:cxn ang="0">
                <a:pos x="1062" y="312"/>
              </a:cxn>
              <a:cxn ang="0">
                <a:pos x="1140" y="356"/>
              </a:cxn>
              <a:cxn ang="0">
                <a:pos x="1224" y="400"/>
              </a:cxn>
              <a:cxn ang="0">
                <a:pos x="976" y="400"/>
              </a:cxn>
              <a:cxn ang="0">
                <a:pos x="976" y="406"/>
              </a:cxn>
              <a:cxn ang="0">
                <a:pos x="978" y="422"/>
              </a:cxn>
              <a:cxn ang="0">
                <a:pos x="982" y="448"/>
              </a:cxn>
              <a:cxn ang="0">
                <a:pos x="990" y="482"/>
              </a:cxn>
              <a:cxn ang="0">
                <a:pos x="1002" y="526"/>
              </a:cxn>
              <a:cxn ang="0">
                <a:pos x="1018" y="576"/>
              </a:cxn>
              <a:cxn ang="0">
                <a:pos x="1042" y="634"/>
              </a:cxn>
              <a:cxn ang="0">
                <a:pos x="1072" y="696"/>
              </a:cxn>
              <a:cxn ang="0">
                <a:pos x="1112" y="764"/>
              </a:cxn>
              <a:cxn ang="0">
                <a:pos x="1160" y="838"/>
              </a:cxn>
              <a:cxn ang="0">
                <a:pos x="1218" y="914"/>
              </a:cxn>
              <a:cxn ang="0">
                <a:pos x="1288" y="992"/>
              </a:cxn>
              <a:cxn ang="0">
                <a:pos x="0" y="992"/>
              </a:cxn>
              <a:cxn ang="0">
                <a:pos x="4" y="988"/>
              </a:cxn>
              <a:cxn ang="0">
                <a:pos x="14" y="976"/>
              </a:cxn>
              <a:cxn ang="0">
                <a:pos x="30" y="958"/>
              </a:cxn>
              <a:cxn ang="0">
                <a:pos x="50" y="934"/>
              </a:cxn>
              <a:cxn ang="0">
                <a:pos x="74" y="906"/>
              </a:cxn>
              <a:cxn ang="0">
                <a:pos x="102" y="870"/>
              </a:cxn>
              <a:cxn ang="0">
                <a:pos x="132" y="832"/>
              </a:cxn>
              <a:cxn ang="0">
                <a:pos x="162" y="790"/>
              </a:cxn>
              <a:cxn ang="0">
                <a:pos x="192" y="746"/>
              </a:cxn>
              <a:cxn ang="0">
                <a:pos x="222" y="700"/>
              </a:cxn>
              <a:cxn ang="0">
                <a:pos x="250" y="652"/>
              </a:cxn>
              <a:cxn ang="0">
                <a:pos x="276" y="604"/>
              </a:cxn>
              <a:cxn ang="0">
                <a:pos x="300" y="556"/>
              </a:cxn>
              <a:cxn ang="0">
                <a:pos x="316" y="508"/>
              </a:cxn>
              <a:cxn ang="0">
                <a:pos x="330" y="460"/>
              </a:cxn>
              <a:cxn ang="0">
                <a:pos x="336" y="416"/>
              </a:cxn>
              <a:cxn ang="0">
                <a:pos x="64" y="408"/>
              </a:cxn>
            </a:cxnLst>
            <a:rect l="0" t="0" r="r" b="b"/>
            <a:pathLst>
              <a:path w="1288" h="992">
                <a:moveTo>
                  <a:pt x="64" y="408"/>
                </a:moveTo>
                <a:lnTo>
                  <a:pt x="70" y="406"/>
                </a:lnTo>
                <a:lnTo>
                  <a:pt x="86" y="398"/>
                </a:lnTo>
                <a:lnTo>
                  <a:pt x="110" y="388"/>
                </a:lnTo>
                <a:lnTo>
                  <a:pt x="144" y="370"/>
                </a:lnTo>
                <a:lnTo>
                  <a:pt x="184" y="350"/>
                </a:lnTo>
                <a:lnTo>
                  <a:pt x="230" y="324"/>
                </a:lnTo>
                <a:lnTo>
                  <a:pt x="282" y="292"/>
                </a:lnTo>
                <a:lnTo>
                  <a:pt x="338" y="256"/>
                </a:lnTo>
                <a:lnTo>
                  <a:pt x="396" y="216"/>
                </a:lnTo>
                <a:lnTo>
                  <a:pt x="458" y="170"/>
                </a:lnTo>
                <a:lnTo>
                  <a:pt x="518" y="118"/>
                </a:lnTo>
                <a:lnTo>
                  <a:pt x="580" y="62"/>
                </a:lnTo>
                <a:lnTo>
                  <a:pt x="640" y="0"/>
                </a:lnTo>
                <a:lnTo>
                  <a:pt x="644" y="4"/>
                </a:lnTo>
                <a:lnTo>
                  <a:pt x="654" y="14"/>
                </a:lnTo>
                <a:lnTo>
                  <a:pt x="672" y="30"/>
                </a:lnTo>
                <a:lnTo>
                  <a:pt x="698" y="52"/>
                </a:lnTo>
                <a:lnTo>
                  <a:pt x="730" y="80"/>
                </a:lnTo>
                <a:lnTo>
                  <a:pt x="768" y="110"/>
                </a:lnTo>
                <a:lnTo>
                  <a:pt x="814" y="146"/>
                </a:lnTo>
                <a:lnTo>
                  <a:pt x="866" y="184"/>
                </a:lnTo>
                <a:lnTo>
                  <a:pt x="926" y="224"/>
                </a:lnTo>
                <a:lnTo>
                  <a:pt x="992" y="268"/>
                </a:lnTo>
                <a:lnTo>
                  <a:pt x="1062" y="312"/>
                </a:lnTo>
                <a:lnTo>
                  <a:pt x="1140" y="356"/>
                </a:lnTo>
                <a:lnTo>
                  <a:pt x="1224" y="400"/>
                </a:lnTo>
                <a:lnTo>
                  <a:pt x="976" y="400"/>
                </a:lnTo>
                <a:lnTo>
                  <a:pt x="976" y="406"/>
                </a:lnTo>
                <a:lnTo>
                  <a:pt x="978" y="422"/>
                </a:lnTo>
                <a:lnTo>
                  <a:pt x="982" y="448"/>
                </a:lnTo>
                <a:lnTo>
                  <a:pt x="990" y="482"/>
                </a:lnTo>
                <a:lnTo>
                  <a:pt x="1002" y="526"/>
                </a:lnTo>
                <a:lnTo>
                  <a:pt x="1018" y="576"/>
                </a:lnTo>
                <a:lnTo>
                  <a:pt x="1042" y="634"/>
                </a:lnTo>
                <a:lnTo>
                  <a:pt x="1072" y="696"/>
                </a:lnTo>
                <a:lnTo>
                  <a:pt x="1112" y="764"/>
                </a:lnTo>
                <a:lnTo>
                  <a:pt x="1160" y="838"/>
                </a:lnTo>
                <a:lnTo>
                  <a:pt x="1218" y="914"/>
                </a:lnTo>
                <a:lnTo>
                  <a:pt x="1288" y="992"/>
                </a:lnTo>
                <a:lnTo>
                  <a:pt x="0" y="992"/>
                </a:lnTo>
                <a:lnTo>
                  <a:pt x="4" y="988"/>
                </a:lnTo>
                <a:lnTo>
                  <a:pt x="14" y="976"/>
                </a:lnTo>
                <a:lnTo>
                  <a:pt x="30" y="958"/>
                </a:lnTo>
                <a:lnTo>
                  <a:pt x="50" y="934"/>
                </a:lnTo>
                <a:lnTo>
                  <a:pt x="74" y="906"/>
                </a:lnTo>
                <a:lnTo>
                  <a:pt x="102" y="870"/>
                </a:lnTo>
                <a:lnTo>
                  <a:pt x="132" y="832"/>
                </a:lnTo>
                <a:lnTo>
                  <a:pt x="162" y="790"/>
                </a:lnTo>
                <a:lnTo>
                  <a:pt x="192" y="746"/>
                </a:lnTo>
                <a:lnTo>
                  <a:pt x="222" y="700"/>
                </a:lnTo>
                <a:lnTo>
                  <a:pt x="250" y="652"/>
                </a:lnTo>
                <a:lnTo>
                  <a:pt x="276" y="604"/>
                </a:lnTo>
                <a:lnTo>
                  <a:pt x="300" y="556"/>
                </a:lnTo>
                <a:lnTo>
                  <a:pt x="316" y="508"/>
                </a:lnTo>
                <a:lnTo>
                  <a:pt x="330" y="460"/>
                </a:lnTo>
                <a:lnTo>
                  <a:pt x="336" y="416"/>
                </a:lnTo>
                <a:lnTo>
                  <a:pt x="64" y="408"/>
                </a:lnTo>
                <a:close/>
              </a:path>
            </a:pathLst>
          </a:custGeom>
          <a:gradFill>
            <a:gsLst>
              <a:gs pos="0">
                <a:schemeClr val="bg1"/>
              </a:gs>
              <a:gs pos="50000">
                <a:schemeClr val="bg1">
                  <a:lumMod val="85000"/>
                </a:schemeClr>
              </a:gs>
              <a:gs pos="100000">
                <a:schemeClr val="bg1">
                  <a:lumMod val="75000"/>
                </a:schemeClr>
              </a:gs>
            </a:gsLst>
            <a:lin ang="16200000" scaled="0"/>
          </a:gra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  <a:buClr>
                <a:srgbClr val="FCAF17"/>
              </a:buClr>
              <a:defRPr/>
            </a:pPr>
            <a:endParaRPr lang="ko-KR" altLang="en-US" dirty="0">
              <a:solidFill>
                <a:prstClr val="black"/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247" name="TextBox 246"/>
          <p:cNvSpPr txBox="1"/>
          <p:nvPr/>
        </p:nvSpPr>
        <p:spPr>
          <a:xfrm>
            <a:off x="7563102" y="3212976"/>
            <a:ext cx="961058" cy="21544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dirty="0" err="1" smtClean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i</a:t>
            </a:r>
            <a:r>
              <a:rPr lang="en-US" altLang="ko-KR" sz="800" dirty="0" smtClean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-META</a:t>
            </a:r>
            <a:endParaRPr lang="ko-KR" altLang="en-US" sz="800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212" name="TextBox 211"/>
          <p:cNvSpPr txBox="1"/>
          <p:nvPr/>
        </p:nvSpPr>
        <p:spPr>
          <a:xfrm>
            <a:off x="251520" y="116632"/>
            <a:ext cx="83529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 smtClean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BI Matrix </a:t>
            </a:r>
            <a:r>
              <a:rPr lang="ko-KR" altLang="en-US" sz="2000" dirty="0" smtClean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솔루션 아키텍처</a:t>
            </a:r>
            <a:endParaRPr lang="ko-KR" altLang="en-US" sz="2000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cxnSp>
        <p:nvCxnSpPr>
          <p:cNvPr id="214" name="직선 연결선 213"/>
          <p:cNvCxnSpPr/>
          <p:nvPr/>
        </p:nvCxnSpPr>
        <p:spPr>
          <a:xfrm>
            <a:off x="251521" y="620688"/>
            <a:ext cx="858800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7" name="직사각형 176"/>
          <p:cNvSpPr/>
          <p:nvPr/>
        </p:nvSpPr>
        <p:spPr>
          <a:xfrm>
            <a:off x="3300952" y="4161158"/>
            <a:ext cx="1942184" cy="358926"/>
          </a:xfrm>
          <a:prstGeom prst="rect">
            <a:avLst/>
          </a:prstGeom>
          <a:gradFill flip="none" rotWithShape="1">
            <a:gsLst>
              <a:gs pos="0">
                <a:schemeClr val="accent6">
                  <a:lumMod val="75000"/>
                  <a:shade val="30000"/>
                  <a:satMod val="115000"/>
                </a:schemeClr>
              </a:gs>
              <a:gs pos="50000">
                <a:schemeClr val="accent6">
                  <a:lumMod val="75000"/>
                  <a:shade val="67500"/>
                  <a:satMod val="115000"/>
                </a:schemeClr>
              </a:gs>
              <a:gs pos="100000">
                <a:schemeClr val="accent6">
                  <a:lumMod val="75000"/>
                  <a:shade val="100000"/>
                  <a:satMod val="115000"/>
                </a:schemeClr>
              </a:gs>
            </a:gsLst>
            <a:lin ang="2700000" scaled="1"/>
            <a:tileRect/>
          </a:gradFill>
          <a:ln w="3175" cap="flat" cmpd="sng" algn="ctr">
            <a:solidFill>
              <a:schemeClr val="accent6">
                <a:lumMod val="75000"/>
              </a:schemeClr>
            </a:solidFill>
            <a:prstDash val="solid"/>
          </a:ln>
          <a:effectLst/>
        </p:spPr>
        <p:txBody>
          <a:bodyPr rtlCol="0" anchor="ctr"/>
          <a:lstStyle/>
          <a:p>
            <a:pPr algn="ctr">
              <a:lnSpc>
                <a:spcPct val="80000"/>
              </a:lnSpc>
            </a:pPr>
            <a:r>
              <a:rPr lang="en-US" altLang="ko-KR" sz="1000" dirty="0" err="1" smtClean="0">
                <a:solidFill>
                  <a:schemeClr val="bg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i</a:t>
            </a:r>
            <a:r>
              <a:rPr lang="en-US" altLang="ko-KR" sz="1000" dirty="0" smtClean="0">
                <a:solidFill>
                  <a:schemeClr val="bg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-OLAP</a:t>
            </a:r>
          </a:p>
        </p:txBody>
      </p:sp>
      <p:sp>
        <p:nvSpPr>
          <p:cNvPr id="178" name="직사각형 177"/>
          <p:cNvSpPr/>
          <p:nvPr/>
        </p:nvSpPr>
        <p:spPr>
          <a:xfrm>
            <a:off x="3309091" y="4502111"/>
            <a:ext cx="1932970" cy="1663741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pic>
        <p:nvPicPr>
          <p:cNvPr id="180" name="Picture 16" descr="C:\Users\yglee\Desktop\olap_server.jpg"/>
          <p:cNvPicPr>
            <a:picLocks noChangeAspect="1" noChangeArrowheads="1"/>
          </p:cNvPicPr>
          <p:nvPr/>
        </p:nvPicPr>
        <p:blipFill rotWithShape="1">
          <a:blip r:embed="rId11" cstate="screen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3798010" y="4567146"/>
            <a:ext cx="980975" cy="969714"/>
          </a:xfrm>
          <a:prstGeom prst="rect">
            <a:avLst/>
          </a:prstGeom>
          <a:noFill/>
        </p:spPr>
      </p:pic>
      <p:cxnSp>
        <p:nvCxnSpPr>
          <p:cNvPr id="236" name="직선 연결선 235"/>
          <p:cNvCxnSpPr/>
          <p:nvPr/>
        </p:nvCxnSpPr>
        <p:spPr>
          <a:xfrm>
            <a:off x="251520" y="1242795"/>
            <a:ext cx="2724923" cy="0"/>
          </a:xfrm>
          <a:prstGeom prst="line">
            <a:avLst/>
          </a:prstGeom>
          <a:ln w="19050">
            <a:solidFill>
              <a:schemeClr val="bg1">
                <a:lumMod val="65000"/>
              </a:schemeClr>
            </a:solidFill>
            <a:prstDash val="sysDash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1" name="직선 연결선 180"/>
          <p:cNvCxnSpPr/>
          <p:nvPr/>
        </p:nvCxnSpPr>
        <p:spPr>
          <a:xfrm>
            <a:off x="3183059" y="1242795"/>
            <a:ext cx="3962673" cy="0"/>
          </a:xfrm>
          <a:prstGeom prst="line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  <a:prstDash val="sysDash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2" name="직선 연결선 181"/>
          <p:cNvCxnSpPr/>
          <p:nvPr/>
        </p:nvCxnSpPr>
        <p:spPr>
          <a:xfrm>
            <a:off x="7308306" y="1242795"/>
            <a:ext cx="1506478" cy="0"/>
          </a:xfrm>
          <a:prstGeom prst="line">
            <a:avLst/>
          </a:prstGeom>
          <a:ln w="19050">
            <a:solidFill>
              <a:schemeClr val="accent5">
                <a:lumMod val="60000"/>
                <a:lumOff val="40000"/>
              </a:schemeClr>
            </a:solidFill>
            <a:prstDash val="sysDash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4" name="TextBox 220"/>
          <p:cNvSpPr txBox="1"/>
          <p:nvPr/>
        </p:nvSpPr>
        <p:spPr>
          <a:xfrm>
            <a:off x="3571079" y="5536706"/>
            <a:ext cx="153529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88900" indent="-88900">
              <a:buFont typeface="Arial" panose="020B0604020202020204" pitchFamily="34" charset="0"/>
              <a:buChar char="•"/>
            </a:pPr>
            <a:r>
              <a:rPr lang="en-US" altLang="ko-KR" sz="800" dirty="0" smtClean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OLAP Calculating</a:t>
            </a:r>
            <a:endParaRPr lang="ko-KR" altLang="en-US" sz="800" dirty="0" smtClean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  <a:p>
            <a:pPr marL="88900" indent="-88900">
              <a:buFont typeface="Arial" panose="020B0604020202020204" pitchFamily="34" charset="0"/>
              <a:buChar char="•"/>
            </a:pPr>
            <a:r>
              <a:rPr lang="en-US" altLang="ko-KR" sz="800" dirty="0" smtClean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Real Time Caching service</a:t>
            </a:r>
          </a:p>
          <a:p>
            <a:pPr marL="88900" indent="-88900">
              <a:buFont typeface="Arial" panose="020B0604020202020204" pitchFamily="34" charset="0"/>
              <a:buChar char="•"/>
            </a:pPr>
            <a:r>
              <a:rPr lang="en-US" altLang="ko-KR" sz="800" dirty="0" smtClean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Paging service</a:t>
            </a:r>
          </a:p>
          <a:p>
            <a:pPr marL="88900" indent="-88900">
              <a:buFont typeface="Arial" panose="020B0604020202020204" pitchFamily="34" charset="0"/>
              <a:buChar char="•"/>
            </a:pPr>
            <a:r>
              <a:rPr lang="en-US" altLang="ko-KR" sz="800" dirty="0" smtClean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Export service (Java 1.6)</a:t>
            </a:r>
            <a:endParaRPr lang="ko-KR" altLang="en-US" sz="800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cxnSp>
        <p:nvCxnSpPr>
          <p:cNvPr id="186" name="직선 화살표 연결선 185"/>
          <p:cNvCxnSpPr/>
          <p:nvPr/>
        </p:nvCxnSpPr>
        <p:spPr>
          <a:xfrm flipV="1">
            <a:off x="5036676" y="3819770"/>
            <a:ext cx="0" cy="341388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0" name="TextBox 189"/>
          <p:cNvSpPr txBox="1"/>
          <p:nvPr/>
        </p:nvSpPr>
        <p:spPr>
          <a:xfrm>
            <a:off x="3456396" y="3885324"/>
            <a:ext cx="158365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800" dirty="0" smtClean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OLAP Calculation</a:t>
            </a:r>
            <a:endParaRPr lang="ko-KR" altLang="en-US" sz="800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189" name="직사각형 68"/>
          <p:cNvSpPr/>
          <p:nvPr/>
        </p:nvSpPr>
        <p:spPr>
          <a:xfrm>
            <a:off x="7519041" y="4540756"/>
            <a:ext cx="1085590" cy="1515881"/>
          </a:xfrm>
          <a:prstGeom prst="rect">
            <a:avLst/>
          </a:prstGeom>
          <a:noFill/>
          <a:ln w="3175" cap="flat" cmpd="sng" algn="ctr">
            <a:solidFill>
              <a:schemeClr val="accent5">
                <a:lumMod val="50000"/>
              </a:schemeClr>
            </a:solidFill>
            <a:prstDash val="solid"/>
          </a:ln>
          <a:effectLst/>
        </p:spPr>
        <p:txBody>
          <a:bodyPr rtlCol="0" anchor="ctr"/>
          <a:lstStyle/>
          <a:p>
            <a:pPr algn="ctr">
              <a:lnSpc>
                <a:spcPct val="80000"/>
              </a:lnSpc>
            </a:pPr>
            <a:endParaRPr lang="en-US" altLang="ko-KR" sz="1000" dirty="0">
              <a:solidFill>
                <a:schemeClr val="bg1"/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pic>
        <p:nvPicPr>
          <p:cNvPr id="248" name="Picture 3"/>
          <p:cNvPicPr>
            <a:picLocks noChangeAspect="1" noChangeArrowheads="1"/>
          </p:cNvPicPr>
          <p:nvPr/>
        </p:nvPicPr>
        <p:blipFill rotWithShape="1"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7614231" y="4808536"/>
            <a:ext cx="913775" cy="636689"/>
          </a:xfrm>
          <a:prstGeom prst="rect">
            <a:avLst/>
          </a:prstGeom>
          <a:noFill/>
          <a:ln w="9525">
            <a:solidFill>
              <a:schemeClr val="bg1">
                <a:lumMod val="75000"/>
              </a:schemeClr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sp>
        <p:nvSpPr>
          <p:cNvPr id="250" name="TextBox 249"/>
          <p:cNvSpPr txBox="1"/>
          <p:nvPr/>
        </p:nvSpPr>
        <p:spPr>
          <a:xfrm>
            <a:off x="7574735" y="5515674"/>
            <a:ext cx="9841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900" b="1" dirty="0" smtClean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보고서 </a:t>
            </a:r>
            <a:endParaRPr lang="en-US" altLang="ko-KR" sz="900" b="1" dirty="0" smtClean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  <a:p>
            <a:pPr algn="ctr"/>
            <a:r>
              <a:rPr lang="ko-KR" altLang="en-US" sz="900" b="1" dirty="0" smtClean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조회 및 분석 툴</a:t>
            </a:r>
            <a:endParaRPr lang="en-US" altLang="ko-KR" sz="900" b="1" dirty="0" smtClean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1747465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509864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5488</TotalTime>
  <Words>179</Words>
  <Application>Microsoft Office PowerPoint</Application>
  <PresentationFormat>화면 슬라이드 쇼(4:3)</PresentationFormat>
  <Paragraphs>97</Paragraphs>
  <Slides>4</Slides>
  <Notes>1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5" baseType="lpstr">
      <vt:lpstr>Office 테마</vt:lpstr>
      <vt:lpstr>BI MATRIX 아키텍처</vt:lpstr>
      <vt:lpstr>BI (Business Intelligence) 시스템 흐름도</vt:lpstr>
      <vt:lpstr>PowerPoint 프레젠테이션</vt:lpstr>
      <vt:lpstr>PowerPoint 프레젠테이션</vt:lpstr>
    </vt:vector>
  </TitlesOfParts>
  <Company>AhnLab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AhnLab, Inc.</dc:creator>
  <cp:lastModifiedBy>smpark</cp:lastModifiedBy>
  <cp:revision>260</cp:revision>
  <cp:lastPrinted>2015-07-17T02:38:48Z</cp:lastPrinted>
  <dcterms:created xsi:type="dcterms:W3CDTF">2011-01-05T07:30:35Z</dcterms:created>
  <dcterms:modified xsi:type="dcterms:W3CDTF">2016-08-24T08:41:46Z</dcterms:modified>
</cp:coreProperties>
</file>